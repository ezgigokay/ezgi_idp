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oppins SemiBold"/>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oppinsSemiBold-regular.fntdata"/><Relationship Id="rId14" Type="http://schemas.openxmlformats.org/officeDocument/2006/relationships/slide" Target="slides/slide9.xml"/><Relationship Id="rId17" Type="http://schemas.openxmlformats.org/officeDocument/2006/relationships/font" Target="fonts/PoppinsSemiBold-italic.fntdata"/><Relationship Id="rId16" Type="http://schemas.openxmlformats.org/officeDocument/2006/relationships/font" Target="fonts/PoppinsSemiBold-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PoppinsSemiBold-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bc2f1d2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bc2f1d2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bc2f1d25c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bc2f1d25c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bc2f1d25c_0_14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3abc2f1d25c_0_14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bc2f1d25c_0_1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bc2f1d25c_0_1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bc2f1d25c_0_18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abc2f1d25c_0_18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bc2f1d25c_0_2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abc2f1d25c_0_2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bc2f1d25c_0_2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bc2f1d25c_0_2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bc2f1d25c_0_32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3abc2f1d25c_0_32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bc2f1d25c_0_3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abc2f1d25c_0_3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6.jp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7.jp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showMasterSp="0">
  <p:cSld name="Main point_1_1">
    <p:bg>
      <p:bgPr>
        <a:blipFill>
          <a:blip r:embed="rId2">
            <a:alphaModFix/>
          </a:blip>
          <a:stretch>
            <a:fillRect/>
          </a:stretch>
        </a:blipFill>
      </p:bgPr>
    </p:bg>
    <p:spTree>
      <p:nvGrpSpPr>
        <p:cNvPr id="50" name="Shape 50"/>
        <p:cNvGrpSpPr/>
        <p:nvPr/>
      </p:nvGrpSpPr>
      <p:grpSpPr>
        <a:xfrm>
          <a:off x="0" y="0"/>
          <a:ext cx="0" cy="0"/>
          <a:chOff x="0" y="0"/>
          <a:chExt cx="0" cy="0"/>
        </a:xfrm>
      </p:grpSpPr>
      <p:pic>
        <p:nvPicPr>
          <p:cNvPr id="51" name="Google Shape;51;p13" title="Supergraphic_16x9_RGB_01.jpg"/>
          <p:cNvPicPr preferRelativeResize="0"/>
          <p:nvPr/>
        </p:nvPicPr>
        <p:blipFill>
          <a:blip r:embed="rId3">
            <a:alphaModFix/>
          </a:blip>
          <a:stretch>
            <a:fillRect/>
          </a:stretch>
        </p:blipFill>
        <p:spPr>
          <a:xfrm>
            <a:off x="0" y="0"/>
            <a:ext cx="9144003" cy="5143501"/>
          </a:xfrm>
          <a:prstGeom prst="rect">
            <a:avLst/>
          </a:prstGeom>
          <a:noFill/>
          <a:ln>
            <a:noFill/>
          </a:ln>
        </p:spPr>
      </p:pic>
      <p:sp>
        <p:nvSpPr>
          <p:cNvPr id="52" name="Google Shape;52;p13"/>
          <p:cNvSpPr txBox="1"/>
          <p:nvPr>
            <p:ph type="title"/>
          </p:nvPr>
        </p:nvSpPr>
        <p:spPr>
          <a:xfrm>
            <a:off x="457200" y="256025"/>
            <a:ext cx="6400800" cy="3840600"/>
          </a:xfrm>
          <a:prstGeom prst="rect">
            <a:avLst/>
          </a:prstGeom>
          <a:noFill/>
          <a:ln>
            <a:noFill/>
          </a:ln>
        </p:spPr>
        <p:txBody>
          <a:bodyPr anchorCtr="0" anchor="ctr" bIns="45700" lIns="45700" spcFirstLastPara="1" rIns="45700" wrap="square" tIns="45700">
            <a:noAutofit/>
          </a:bodyPr>
          <a:lstStyle>
            <a:lvl1pPr lvl="0" algn="l">
              <a:lnSpc>
                <a:spcPct val="100000"/>
              </a:lnSpc>
              <a:spcBef>
                <a:spcPts val="0"/>
              </a:spcBef>
              <a:spcAft>
                <a:spcPts val="0"/>
              </a:spcAft>
              <a:buClr>
                <a:schemeClr val="lt1"/>
              </a:buClr>
              <a:buSzPts val="4800"/>
              <a:buFont typeface="Poppins SemiBold"/>
              <a:buNone/>
              <a:defRPr b="0" sz="48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4800"/>
              <a:buFont typeface="Poppins SemiBold"/>
              <a:buNone/>
              <a:defRPr sz="48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4800"/>
              <a:buFont typeface="Poppins SemiBold"/>
              <a:buNone/>
              <a:defRPr sz="48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4800"/>
              <a:buFont typeface="Poppins SemiBold"/>
              <a:buNone/>
              <a:defRPr sz="48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4800"/>
              <a:buFont typeface="Poppins SemiBold"/>
              <a:buNone/>
              <a:defRPr sz="48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4800"/>
              <a:buFont typeface="Poppins SemiBold"/>
              <a:buNone/>
              <a:defRPr sz="48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4800"/>
              <a:buFont typeface="Poppins SemiBold"/>
              <a:buNone/>
              <a:defRPr sz="48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4800"/>
              <a:buFont typeface="Poppins SemiBold"/>
              <a:buNone/>
              <a:defRPr sz="48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4800"/>
              <a:buFont typeface="Poppins SemiBold"/>
              <a:buNone/>
              <a:defRPr sz="4800">
                <a:solidFill>
                  <a:schemeClr val="lt1"/>
                </a:solidFill>
                <a:latin typeface="Poppins SemiBold"/>
                <a:ea typeface="Poppins SemiBold"/>
                <a:cs typeface="Poppins SemiBold"/>
                <a:sym typeface="Poppins SemiBold"/>
              </a:defRPr>
            </a:lvl9pPr>
          </a:lstStyle>
          <a:p/>
        </p:txBody>
      </p:sp>
      <p:sp>
        <p:nvSpPr>
          <p:cNvPr id="53" name="Google Shape;53;p13"/>
          <p:cNvSpPr txBox="1"/>
          <p:nvPr>
            <p:ph idx="12" type="sldNum"/>
          </p:nvPr>
        </p:nvSpPr>
        <p:spPr>
          <a:xfrm>
            <a:off x="262125" y="4621225"/>
            <a:ext cx="357000" cy="4614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
              <a:buNone/>
              <a:defRPr sz="6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pic>
        <p:nvPicPr>
          <p:cNvPr id="55" name="Google Shape;55;p13"/>
          <p:cNvPicPr preferRelativeResize="0"/>
          <p:nvPr/>
        </p:nvPicPr>
        <p:blipFill rotWithShape="1">
          <a:blip r:embed="rId4">
            <a:alphaModFix/>
          </a:blip>
          <a:srcRect b="9" l="0" r="0" t="9"/>
          <a:stretch/>
        </p:blipFill>
        <p:spPr>
          <a:xfrm>
            <a:off x="8411100" y="4806209"/>
            <a:ext cx="475488" cy="91440"/>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heavy – Two columns" showMasterSp="0">
  <p:cSld name="Big statement green_1">
    <p:bg>
      <p:bgPr>
        <a:solidFill>
          <a:schemeClr val="lt1"/>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457200" y="256025"/>
            <a:ext cx="8229600" cy="76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2"/>
              </a:buClr>
              <a:buSzPts val="2800"/>
              <a:buFont typeface="Poppins SemiBold"/>
              <a:buNone/>
              <a:defRPr b="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2400"/>
              <a:buFont typeface="Poppins SemiBold"/>
              <a:buNone/>
              <a:defRPr sz="24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2400"/>
              <a:buFont typeface="Poppins SemiBold"/>
              <a:buNone/>
              <a:defRPr sz="24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2400"/>
              <a:buFont typeface="Poppins SemiBold"/>
              <a:buNone/>
              <a:defRPr sz="24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2400"/>
              <a:buFont typeface="Poppins SemiBold"/>
              <a:buNone/>
              <a:defRPr sz="24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2400"/>
              <a:buFont typeface="Poppins SemiBold"/>
              <a:buNone/>
              <a:defRPr sz="24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2400"/>
              <a:buFont typeface="Poppins SemiBold"/>
              <a:buNone/>
              <a:defRPr sz="24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2400"/>
              <a:buFont typeface="Poppins SemiBold"/>
              <a:buNone/>
              <a:defRPr sz="24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2400"/>
              <a:buFont typeface="Poppins SemiBold"/>
              <a:buNone/>
              <a:defRPr sz="2400">
                <a:solidFill>
                  <a:schemeClr val="dk2"/>
                </a:solidFill>
                <a:latin typeface="Poppins SemiBold"/>
                <a:ea typeface="Poppins SemiBold"/>
                <a:cs typeface="Poppins SemiBold"/>
                <a:sym typeface="Poppins SemiBold"/>
              </a:defRPr>
            </a:lvl9pPr>
          </a:lstStyle>
          <a:p/>
        </p:txBody>
      </p:sp>
      <p:sp>
        <p:nvSpPr>
          <p:cNvPr id="58" name="Google Shape;58;p14"/>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lvl1pPr lvl="0">
              <a:spcBef>
                <a:spcPts val="0"/>
              </a:spcBef>
              <a:spcAft>
                <a:spcPts val="0"/>
              </a:spcAft>
              <a:buSzPts val="600"/>
              <a:buNone/>
              <a:defRPr sz="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4"/>
          <p:cNvSpPr txBox="1"/>
          <p:nvPr>
            <p:ph idx="2" type="body"/>
          </p:nvPr>
        </p:nvSpPr>
        <p:spPr>
          <a:xfrm>
            <a:off x="460125" y="1280150"/>
            <a:ext cx="3870300" cy="28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61" name="Google Shape;61;p14"/>
          <p:cNvSpPr txBox="1"/>
          <p:nvPr>
            <p:ph idx="3" type="body"/>
          </p:nvPr>
        </p:nvSpPr>
        <p:spPr>
          <a:xfrm>
            <a:off x="4816395" y="1280150"/>
            <a:ext cx="3870300" cy="28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62" name="Google Shape;62;p14"/>
          <p:cNvSpPr txBox="1"/>
          <p:nvPr>
            <p:ph idx="4" type="title"/>
          </p:nvPr>
        </p:nvSpPr>
        <p:spPr>
          <a:xfrm>
            <a:off x="457200" y="629200"/>
            <a:ext cx="7315200" cy="461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B7B7B7"/>
              </a:buClr>
              <a:buSzPts val="2800"/>
              <a:buFont typeface="Poppins SemiBold"/>
              <a:buNone/>
              <a:defRPr b="0">
                <a:solidFill>
                  <a:srgbClr val="B7B7B7"/>
                </a:solidFill>
                <a:latin typeface="Poppins SemiBold"/>
                <a:ea typeface="Poppins SemiBold"/>
                <a:cs typeface="Poppins SemiBold"/>
                <a:sym typeface="Poppins SemiBold"/>
              </a:defRPr>
            </a:lvl1pPr>
            <a:lvl2pPr lvl="1">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2pPr>
            <a:lvl3pPr lvl="2">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3pPr>
            <a:lvl4pPr lvl="3">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4pPr>
            <a:lvl5pPr lvl="4">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5pPr>
            <a:lvl6pPr lvl="5">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6pPr>
            <a:lvl7pPr lvl="6">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7pPr>
            <a:lvl8pPr lvl="7">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8pPr>
            <a:lvl9pPr lvl="8">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9pPr>
          </a:lstStyle>
          <a:p/>
        </p:txBody>
      </p:sp>
      <p:pic>
        <p:nvPicPr>
          <p:cNvPr id="63" name="Google Shape;63;p14"/>
          <p:cNvPicPr preferRelativeResize="0"/>
          <p:nvPr/>
        </p:nvPicPr>
        <p:blipFill>
          <a:blip r:embed="rId2">
            <a:alphaModFix/>
          </a:blip>
          <a:stretch>
            <a:fillRect/>
          </a:stretch>
        </p:blipFill>
        <p:spPr>
          <a:xfrm>
            <a:off x="8352263" y="4747500"/>
            <a:ext cx="593172" cy="209424"/>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028">
          <p15:clr>
            <a:srgbClr val="E46962"/>
          </p15:clr>
        </p15:guide>
        <p15:guide id="2" orient="horz" pos="308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BLUE " showMasterSp="0">
  <p:cSld name="Big statement green_3">
    <p:bg>
      <p:bgPr>
        <a:blipFill>
          <a:blip r:embed="rId2">
            <a:alphaModFix/>
          </a:blip>
          <a:stretch>
            <a:fillRect/>
          </a:stretch>
        </a:blipFill>
      </p:bgPr>
    </p:bg>
    <p:spTree>
      <p:nvGrpSpPr>
        <p:cNvPr id="64" name="Shape 64"/>
        <p:cNvGrpSpPr/>
        <p:nvPr/>
      </p:nvGrpSpPr>
      <p:grpSpPr>
        <a:xfrm>
          <a:off x="0" y="0"/>
          <a:ext cx="0" cy="0"/>
          <a:chOff x="0" y="0"/>
          <a:chExt cx="0" cy="0"/>
        </a:xfrm>
      </p:grpSpPr>
      <p:pic>
        <p:nvPicPr>
          <p:cNvPr id="65" name="Google Shape;65;p15" title="Supergraphic_16x9_RGB-03.jpg"/>
          <p:cNvPicPr preferRelativeResize="0"/>
          <p:nvPr/>
        </p:nvPicPr>
        <p:blipFill>
          <a:blip r:embed="rId3">
            <a:alphaModFix/>
          </a:blip>
          <a:stretch>
            <a:fillRect/>
          </a:stretch>
        </p:blipFill>
        <p:spPr>
          <a:xfrm>
            <a:off x="0" y="0"/>
            <a:ext cx="9144003" cy="5143501"/>
          </a:xfrm>
          <a:prstGeom prst="rect">
            <a:avLst/>
          </a:prstGeom>
          <a:noFill/>
          <a:ln>
            <a:noFill/>
          </a:ln>
        </p:spPr>
      </p:pic>
      <p:sp>
        <p:nvSpPr>
          <p:cNvPr id="66" name="Google Shape;66;p15"/>
          <p:cNvSpPr txBox="1"/>
          <p:nvPr>
            <p:ph type="title"/>
          </p:nvPr>
        </p:nvSpPr>
        <p:spPr>
          <a:xfrm>
            <a:off x="457200" y="622300"/>
            <a:ext cx="3657600" cy="2193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4800"/>
              <a:buFont typeface="Poppins SemiBold"/>
              <a:buNone/>
              <a:defRPr b="0" sz="4800">
                <a:solidFill>
                  <a:schemeClr val="lt1"/>
                </a:solidFill>
                <a:latin typeface="Poppins SemiBold"/>
                <a:ea typeface="Poppins SemiBold"/>
                <a:cs typeface="Poppins SemiBold"/>
                <a:sym typeface="Poppins SemiBold"/>
              </a:defRPr>
            </a:lvl1pPr>
            <a:lvl2pPr lvl="1">
              <a:spcBef>
                <a:spcPts val="0"/>
              </a:spcBef>
              <a:spcAft>
                <a:spcPts val="0"/>
              </a:spcAft>
              <a:buSzPts val="3600"/>
              <a:buFont typeface="Poppins SemiBold"/>
              <a:buNone/>
              <a:defRPr sz="3600">
                <a:latin typeface="Poppins SemiBold"/>
                <a:ea typeface="Poppins SemiBold"/>
                <a:cs typeface="Poppins SemiBold"/>
                <a:sym typeface="Poppins SemiBold"/>
              </a:defRPr>
            </a:lvl2pPr>
            <a:lvl3pPr lvl="2">
              <a:spcBef>
                <a:spcPts val="0"/>
              </a:spcBef>
              <a:spcAft>
                <a:spcPts val="0"/>
              </a:spcAft>
              <a:buSzPts val="3600"/>
              <a:buFont typeface="Poppins SemiBold"/>
              <a:buNone/>
              <a:defRPr sz="3600">
                <a:latin typeface="Poppins SemiBold"/>
                <a:ea typeface="Poppins SemiBold"/>
                <a:cs typeface="Poppins SemiBold"/>
                <a:sym typeface="Poppins SemiBold"/>
              </a:defRPr>
            </a:lvl3pPr>
            <a:lvl4pPr lvl="3">
              <a:spcBef>
                <a:spcPts val="0"/>
              </a:spcBef>
              <a:spcAft>
                <a:spcPts val="0"/>
              </a:spcAft>
              <a:buSzPts val="3600"/>
              <a:buFont typeface="Poppins SemiBold"/>
              <a:buNone/>
              <a:defRPr sz="3600">
                <a:latin typeface="Poppins SemiBold"/>
                <a:ea typeface="Poppins SemiBold"/>
                <a:cs typeface="Poppins SemiBold"/>
                <a:sym typeface="Poppins SemiBold"/>
              </a:defRPr>
            </a:lvl4pPr>
            <a:lvl5pPr lvl="4">
              <a:spcBef>
                <a:spcPts val="0"/>
              </a:spcBef>
              <a:spcAft>
                <a:spcPts val="0"/>
              </a:spcAft>
              <a:buSzPts val="3600"/>
              <a:buFont typeface="Poppins SemiBold"/>
              <a:buNone/>
              <a:defRPr sz="3600">
                <a:latin typeface="Poppins SemiBold"/>
                <a:ea typeface="Poppins SemiBold"/>
                <a:cs typeface="Poppins SemiBold"/>
                <a:sym typeface="Poppins SemiBold"/>
              </a:defRPr>
            </a:lvl5pPr>
            <a:lvl6pPr lvl="5">
              <a:spcBef>
                <a:spcPts val="0"/>
              </a:spcBef>
              <a:spcAft>
                <a:spcPts val="0"/>
              </a:spcAft>
              <a:buSzPts val="3600"/>
              <a:buFont typeface="Poppins SemiBold"/>
              <a:buNone/>
              <a:defRPr sz="3600">
                <a:latin typeface="Poppins SemiBold"/>
                <a:ea typeface="Poppins SemiBold"/>
                <a:cs typeface="Poppins SemiBold"/>
                <a:sym typeface="Poppins SemiBold"/>
              </a:defRPr>
            </a:lvl6pPr>
            <a:lvl7pPr lvl="6">
              <a:spcBef>
                <a:spcPts val="0"/>
              </a:spcBef>
              <a:spcAft>
                <a:spcPts val="0"/>
              </a:spcAft>
              <a:buSzPts val="3600"/>
              <a:buFont typeface="Poppins SemiBold"/>
              <a:buNone/>
              <a:defRPr sz="3600">
                <a:latin typeface="Poppins SemiBold"/>
                <a:ea typeface="Poppins SemiBold"/>
                <a:cs typeface="Poppins SemiBold"/>
                <a:sym typeface="Poppins SemiBold"/>
              </a:defRPr>
            </a:lvl7pPr>
            <a:lvl8pPr lvl="7">
              <a:spcBef>
                <a:spcPts val="0"/>
              </a:spcBef>
              <a:spcAft>
                <a:spcPts val="0"/>
              </a:spcAft>
              <a:buSzPts val="3600"/>
              <a:buFont typeface="Poppins SemiBold"/>
              <a:buNone/>
              <a:defRPr sz="3600">
                <a:latin typeface="Poppins SemiBold"/>
                <a:ea typeface="Poppins SemiBold"/>
                <a:cs typeface="Poppins SemiBold"/>
                <a:sym typeface="Poppins SemiBold"/>
              </a:defRPr>
            </a:lvl8pPr>
            <a:lvl9pPr lvl="8">
              <a:spcBef>
                <a:spcPts val="0"/>
              </a:spcBef>
              <a:spcAft>
                <a:spcPts val="0"/>
              </a:spcAft>
              <a:buSzPts val="3600"/>
              <a:buFont typeface="Poppins SemiBold"/>
              <a:buNone/>
              <a:defRPr sz="3600">
                <a:latin typeface="Poppins SemiBold"/>
                <a:ea typeface="Poppins SemiBold"/>
                <a:cs typeface="Poppins SemiBold"/>
                <a:sym typeface="Poppins SemiBold"/>
              </a:defRPr>
            </a:lvl9pPr>
          </a:lstStyle>
          <a:p/>
        </p:txBody>
      </p:sp>
      <p:pic>
        <p:nvPicPr>
          <p:cNvPr id="67" name="Google Shape;67;p15"/>
          <p:cNvPicPr preferRelativeResize="0"/>
          <p:nvPr/>
        </p:nvPicPr>
        <p:blipFill rotWithShape="1">
          <a:blip r:embed="rId4">
            <a:alphaModFix/>
          </a:blip>
          <a:srcRect b="9" l="0" r="0" t="9"/>
          <a:stretch/>
        </p:blipFill>
        <p:spPr>
          <a:xfrm>
            <a:off x="8411100" y="4806209"/>
            <a:ext cx="475488" cy="91440"/>
          </a:xfrm>
          <a:prstGeom prst="rect">
            <a:avLst/>
          </a:prstGeom>
          <a:noFill/>
          <a:ln>
            <a:noFill/>
          </a:ln>
        </p:spPr>
      </p:pic>
      <p:sp>
        <p:nvSpPr>
          <p:cNvPr id="68" name="Google Shape;68;p15"/>
          <p:cNvSpPr txBox="1"/>
          <p:nvPr/>
        </p:nvSpPr>
        <p:spPr>
          <a:xfrm>
            <a:off x="262125" y="3698225"/>
            <a:ext cx="40809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p:txBody>
      </p:sp>
      <p:sp>
        <p:nvSpPr>
          <p:cNvPr id="69" name="Google Shape;69;p15"/>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5"/>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
              <a:buNone/>
              <a:defRPr sz="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5"/>
          <p:cNvSpPr txBox="1"/>
          <p:nvPr>
            <p:ph idx="2" type="body"/>
          </p:nvPr>
        </p:nvSpPr>
        <p:spPr>
          <a:xfrm>
            <a:off x="4605825" y="768100"/>
            <a:ext cx="4080900" cy="3328500"/>
          </a:xfrm>
          <a:prstGeom prst="rect">
            <a:avLst/>
          </a:prstGeom>
        </p:spPr>
        <p:txBody>
          <a:bodyPr anchorCtr="0" anchor="t" bIns="91425" lIns="0" spcFirstLastPara="1" rIns="91425" wrap="square" tIns="0">
            <a:normAutofit/>
          </a:bodyPr>
          <a:lstStyle>
            <a:lvl1pPr indent="-342900" lvl="0" marL="457200">
              <a:lnSpc>
                <a:spcPct val="115000"/>
              </a:lnSpc>
              <a:spcBef>
                <a:spcPts val="0"/>
              </a:spcBef>
              <a:spcAft>
                <a:spcPts val="0"/>
              </a:spcAft>
              <a:buClr>
                <a:schemeClr val="lt1"/>
              </a:buClr>
              <a:buSzPts val="1800"/>
              <a:buChar char="●"/>
              <a:defRPr>
                <a:solidFill>
                  <a:schemeClr val="lt1"/>
                </a:solidFill>
              </a:defRPr>
            </a:lvl1pPr>
            <a:lvl2pPr indent="-317500" lvl="1" marL="914400">
              <a:lnSpc>
                <a:spcPct val="115000"/>
              </a:lnSpc>
              <a:spcBef>
                <a:spcPts val="0"/>
              </a:spcBef>
              <a:spcAft>
                <a:spcPts val="0"/>
              </a:spcAft>
              <a:buClr>
                <a:schemeClr val="lt1"/>
              </a:buClr>
              <a:buSzPts val="1400"/>
              <a:buChar char="○"/>
              <a:defRPr>
                <a:solidFill>
                  <a:schemeClr val="lt1"/>
                </a:solidFill>
              </a:defRPr>
            </a:lvl2pPr>
            <a:lvl3pPr indent="-317500" lvl="2" marL="1371600">
              <a:lnSpc>
                <a:spcPct val="115000"/>
              </a:lnSpc>
              <a:spcBef>
                <a:spcPts val="0"/>
              </a:spcBef>
              <a:spcAft>
                <a:spcPts val="0"/>
              </a:spcAft>
              <a:buClr>
                <a:schemeClr val="lt1"/>
              </a:buClr>
              <a:buSzPts val="1400"/>
              <a:buChar char="■"/>
              <a:defRPr>
                <a:solidFill>
                  <a:schemeClr val="lt1"/>
                </a:solidFill>
              </a:defRPr>
            </a:lvl3pPr>
            <a:lvl4pPr indent="-317500" lvl="3" marL="1828800">
              <a:lnSpc>
                <a:spcPct val="115000"/>
              </a:lnSpc>
              <a:spcBef>
                <a:spcPts val="0"/>
              </a:spcBef>
              <a:spcAft>
                <a:spcPts val="0"/>
              </a:spcAft>
              <a:buClr>
                <a:schemeClr val="lt1"/>
              </a:buClr>
              <a:buSzPts val="1400"/>
              <a:buChar char="●"/>
              <a:defRPr>
                <a:solidFill>
                  <a:schemeClr val="lt1"/>
                </a:solidFill>
              </a:defRPr>
            </a:lvl4pPr>
            <a:lvl5pPr indent="-317500" lvl="4" marL="2286000">
              <a:lnSpc>
                <a:spcPct val="115000"/>
              </a:lnSpc>
              <a:spcBef>
                <a:spcPts val="0"/>
              </a:spcBef>
              <a:spcAft>
                <a:spcPts val="0"/>
              </a:spcAft>
              <a:buClr>
                <a:schemeClr val="lt1"/>
              </a:buClr>
              <a:buSzPts val="1400"/>
              <a:buChar char="○"/>
              <a:defRPr>
                <a:solidFill>
                  <a:schemeClr val="lt1"/>
                </a:solidFill>
              </a:defRPr>
            </a:lvl5pPr>
            <a:lvl6pPr indent="-317500" lvl="5" marL="2743200">
              <a:lnSpc>
                <a:spcPct val="115000"/>
              </a:lnSpc>
              <a:spcBef>
                <a:spcPts val="0"/>
              </a:spcBef>
              <a:spcAft>
                <a:spcPts val="0"/>
              </a:spcAft>
              <a:buClr>
                <a:schemeClr val="lt1"/>
              </a:buClr>
              <a:buSzPts val="1400"/>
              <a:buChar char="■"/>
              <a:defRPr>
                <a:solidFill>
                  <a:schemeClr val="lt1"/>
                </a:solidFill>
              </a:defRPr>
            </a:lvl6pPr>
            <a:lvl7pPr indent="-317500" lvl="6" marL="3200400">
              <a:lnSpc>
                <a:spcPct val="115000"/>
              </a:lnSpc>
              <a:spcBef>
                <a:spcPts val="0"/>
              </a:spcBef>
              <a:spcAft>
                <a:spcPts val="0"/>
              </a:spcAft>
              <a:buClr>
                <a:schemeClr val="lt1"/>
              </a:buClr>
              <a:buSzPts val="1400"/>
              <a:buChar char="●"/>
              <a:defRPr>
                <a:solidFill>
                  <a:schemeClr val="lt1"/>
                </a:solidFill>
              </a:defRPr>
            </a:lvl7pPr>
            <a:lvl8pPr indent="-317500" lvl="7" marL="3657600">
              <a:lnSpc>
                <a:spcPct val="115000"/>
              </a:lnSpc>
              <a:spcBef>
                <a:spcPts val="0"/>
              </a:spcBef>
              <a:spcAft>
                <a:spcPts val="0"/>
              </a:spcAft>
              <a:buClr>
                <a:schemeClr val="lt1"/>
              </a:buClr>
              <a:buSzPts val="1400"/>
              <a:buChar char="○"/>
              <a:defRPr>
                <a:solidFill>
                  <a:schemeClr val="lt1"/>
                </a:solidFill>
              </a:defRPr>
            </a:lvl8pPr>
            <a:lvl9pPr indent="-317500" lvl="8" marL="4114800">
              <a:lnSpc>
                <a:spcPct val="115000"/>
              </a:lnSpc>
              <a:spcBef>
                <a:spcPts val="0"/>
              </a:spcBef>
              <a:spcAft>
                <a:spcPts val="0"/>
              </a:spcAft>
              <a:buClr>
                <a:schemeClr val="lt1"/>
              </a:buClr>
              <a:buSzPts val="1400"/>
              <a:buChar char="■"/>
              <a:defRPr>
                <a:solidFill>
                  <a:schemeClr val="lt1"/>
                </a:solidFill>
              </a:defRPr>
            </a:lvl9pPr>
          </a:lstStyle>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028">
          <p15:clr>
            <a:srgbClr val="E46962"/>
          </p15:clr>
        </p15:guide>
        <p15:guide id="2" orient="horz" pos="308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hoto (1/2)">
  <p:cSld name="Title and Content_1_3_1">
    <p:bg>
      <p:bgPr>
        <a:solidFill>
          <a:srgbClr val="FFFFFF"/>
        </a:solidFill>
      </p:bgPr>
    </p:bg>
    <p:spTree>
      <p:nvGrpSpPr>
        <p:cNvPr id="72" name="Shape 72"/>
        <p:cNvGrpSpPr/>
        <p:nvPr/>
      </p:nvGrpSpPr>
      <p:grpSpPr>
        <a:xfrm>
          <a:off x="0" y="0"/>
          <a:ext cx="0" cy="0"/>
          <a:chOff x="0" y="0"/>
          <a:chExt cx="0" cy="0"/>
        </a:xfrm>
      </p:grpSpPr>
      <p:sp>
        <p:nvSpPr>
          <p:cNvPr id="73" name="Google Shape;73;p16"/>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6"/>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lvl1pPr lvl="0">
              <a:spcBef>
                <a:spcPts val="0"/>
              </a:spcBef>
              <a:spcAft>
                <a:spcPts val="0"/>
              </a:spcAft>
              <a:buSzPts val="600"/>
              <a:buNone/>
              <a:defRPr sz="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5" name="Google Shape;75;p16"/>
          <p:cNvPicPr preferRelativeResize="0"/>
          <p:nvPr/>
        </p:nvPicPr>
        <p:blipFill rotWithShape="1">
          <a:blip r:embed="rId2">
            <a:alphaModFix/>
          </a:blip>
          <a:srcRect b="9" l="0" r="0" t="9"/>
          <a:stretch/>
        </p:blipFill>
        <p:spPr>
          <a:xfrm>
            <a:off x="8411100" y="4806209"/>
            <a:ext cx="475488" cy="91440"/>
          </a:xfrm>
          <a:prstGeom prst="rect">
            <a:avLst/>
          </a:prstGeom>
          <a:noFill/>
          <a:ln>
            <a:noFill/>
          </a:ln>
        </p:spPr>
      </p:pic>
      <p:pic>
        <p:nvPicPr>
          <p:cNvPr id="76" name="Google Shape;76;p16"/>
          <p:cNvPicPr preferRelativeResize="0"/>
          <p:nvPr/>
        </p:nvPicPr>
        <p:blipFill>
          <a:blip r:embed="rId3">
            <a:alphaModFix/>
          </a:blip>
          <a:stretch>
            <a:fillRect/>
          </a:stretch>
        </p:blipFill>
        <p:spPr>
          <a:xfrm>
            <a:off x="8411100" y="4806209"/>
            <a:ext cx="475488" cy="91440"/>
          </a:xfrm>
          <a:prstGeom prst="rect">
            <a:avLst/>
          </a:prstGeom>
          <a:noFill/>
          <a:ln>
            <a:noFill/>
          </a:ln>
        </p:spPr>
      </p:pic>
      <p:sp>
        <p:nvSpPr>
          <p:cNvPr id="77" name="Google Shape;77;p16"/>
          <p:cNvSpPr/>
          <p:nvPr>
            <p:ph idx="2" type="pic"/>
          </p:nvPr>
        </p:nvSpPr>
        <p:spPr>
          <a:xfrm>
            <a:off x="4572000" y="0"/>
            <a:ext cx="4582500" cy="5154000"/>
          </a:xfrm>
          <a:prstGeom prst="rect">
            <a:avLst/>
          </a:prstGeom>
          <a:noFill/>
          <a:ln>
            <a:noFill/>
          </a:ln>
        </p:spPr>
      </p:sp>
      <p:sp>
        <p:nvSpPr>
          <p:cNvPr id="78" name="Google Shape;78;p16"/>
          <p:cNvSpPr txBox="1"/>
          <p:nvPr>
            <p:ph type="title"/>
          </p:nvPr>
        </p:nvSpPr>
        <p:spPr>
          <a:xfrm>
            <a:off x="457200" y="1280225"/>
            <a:ext cx="3657600" cy="2562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79" name="Google Shape;79;p16"/>
          <p:cNvSpPr txBox="1"/>
          <p:nvPr>
            <p:ph idx="3" type="body"/>
          </p:nvPr>
        </p:nvSpPr>
        <p:spPr>
          <a:xfrm>
            <a:off x="457200" y="1562775"/>
            <a:ext cx="3657600" cy="7416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0" name="Google Shape;80;p16"/>
          <p:cNvSpPr txBox="1"/>
          <p:nvPr>
            <p:ph idx="4" type="title"/>
          </p:nvPr>
        </p:nvSpPr>
        <p:spPr>
          <a:xfrm>
            <a:off x="457200" y="256025"/>
            <a:ext cx="3657600" cy="76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800"/>
              <a:buFont typeface="Poppins SemiBold"/>
              <a:buNone/>
              <a:defRPr b="0">
                <a:solidFill>
                  <a:schemeClr val="dk1"/>
                </a:solidFill>
                <a:latin typeface="Poppins SemiBold"/>
                <a:ea typeface="Poppins SemiBold"/>
                <a:cs typeface="Poppins SemiBold"/>
                <a:sym typeface="Poppins SemiBold"/>
              </a:defRPr>
            </a:lvl1pPr>
            <a:lvl2pPr lvl="1">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2pPr>
            <a:lvl3pPr lvl="2">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3pPr>
            <a:lvl4pPr lvl="3">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4pPr>
            <a:lvl5pPr lvl="4">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5pPr>
            <a:lvl6pPr lvl="5">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6pPr>
            <a:lvl7pPr lvl="6">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7pPr>
            <a:lvl8pPr lvl="7">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8pPr>
            <a:lvl9pPr lvl="8">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9pPr>
          </a:lstStyle>
          <a:p/>
        </p:txBody>
      </p:sp>
      <p:sp>
        <p:nvSpPr>
          <p:cNvPr id="81" name="Google Shape;81;p16"/>
          <p:cNvSpPr txBox="1"/>
          <p:nvPr>
            <p:ph idx="5" type="title"/>
          </p:nvPr>
        </p:nvSpPr>
        <p:spPr>
          <a:xfrm>
            <a:off x="457200" y="2560575"/>
            <a:ext cx="3657600" cy="2562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82" name="Google Shape;82;p16"/>
          <p:cNvSpPr txBox="1"/>
          <p:nvPr>
            <p:ph idx="6" type="body"/>
          </p:nvPr>
        </p:nvSpPr>
        <p:spPr>
          <a:xfrm>
            <a:off x="457200" y="2843125"/>
            <a:ext cx="3657600" cy="7416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heavy – Three columns v2" showMasterSp="0">
  <p:cSld name="Big statement green_1_1_3">
    <p:bg>
      <p:bgPr>
        <a:solidFill>
          <a:schemeClr val="lt1"/>
        </a:solidFill>
      </p:bgPr>
    </p:bg>
    <p:spTree>
      <p:nvGrpSpPr>
        <p:cNvPr id="83" name="Shape 83"/>
        <p:cNvGrpSpPr/>
        <p:nvPr/>
      </p:nvGrpSpPr>
      <p:grpSpPr>
        <a:xfrm>
          <a:off x="0" y="0"/>
          <a:ext cx="0" cy="0"/>
          <a:chOff x="0" y="0"/>
          <a:chExt cx="0" cy="0"/>
        </a:xfrm>
      </p:grpSpPr>
      <p:sp>
        <p:nvSpPr>
          <p:cNvPr id="84" name="Google Shape;84;p17"/>
          <p:cNvSpPr txBox="1"/>
          <p:nvPr>
            <p:ph type="title"/>
          </p:nvPr>
        </p:nvSpPr>
        <p:spPr>
          <a:xfrm>
            <a:off x="457200" y="256025"/>
            <a:ext cx="7315200" cy="461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800"/>
              <a:buFont typeface="Poppins SemiBold"/>
              <a:buNone/>
              <a:defRPr b="0">
                <a:solidFill>
                  <a:schemeClr val="dk1"/>
                </a:solidFill>
                <a:latin typeface="Poppins SemiBold"/>
                <a:ea typeface="Poppins SemiBold"/>
                <a:cs typeface="Poppins SemiBold"/>
                <a:sym typeface="Poppins SemiBold"/>
              </a:defRPr>
            </a:lvl1pPr>
            <a:lvl2pPr lvl="1">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2pPr>
            <a:lvl3pPr lvl="2">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3pPr>
            <a:lvl4pPr lvl="3">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4pPr>
            <a:lvl5pPr lvl="4">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5pPr>
            <a:lvl6pPr lvl="5">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6pPr>
            <a:lvl7pPr lvl="6">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7pPr>
            <a:lvl8pPr lvl="7">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8pPr>
            <a:lvl9pPr lvl="8">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9pPr>
          </a:lstStyle>
          <a:p/>
        </p:txBody>
      </p:sp>
      <p:sp>
        <p:nvSpPr>
          <p:cNvPr id="85" name="Google Shape;85;p17"/>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7"/>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lvl1pPr lvl="0">
              <a:spcBef>
                <a:spcPts val="0"/>
              </a:spcBef>
              <a:spcAft>
                <a:spcPts val="0"/>
              </a:spcAft>
              <a:buSzPts val="600"/>
              <a:buNone/>
              <a:defRPr sz="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7"/>
          <p:cNvSpPr txBox="1"/>
          <p:nvPr>
            <p:ph idx="2" type="body"/>
          </p:nvPr>
        </p:nvSpPr>
        <p:spPr>
          <a:xfrm>
            <a:off x="2743200" y="1280150"/>
            <a:ext cx="2743200" cy="7680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pic>
        <p:nvPicPr>
          <p:cNvPr id="88" name="Google Shape;88;p17"/>
          <p:cNvPicPr preferRelativeResize="0"/>
          <p:nvPr/>
        </p:nvPicPr>
        <p:blipFill rotWithShape="1">
          <a:blip r:embed="rId2">
            <a:alphaModFix/>
          </a:blip>
          <a:srcRect b="9" l="0" r="0" t="9"/>
          <a:stretch/>
        </p:blipFill>
        <p:spPr>
          <a:xfrm>
            <a:off x="8411100" y="4806209"/>
            <a:ext cx="475488" cy="91440"/>
          </a:xfrm>
          <a:prstGeom prst="rect">
            <a:avLst/>
          </a:prstGeom>
          <a:noFill/>
          <a:ln>
            <a:noFill/>
          </a:ln>
        </p:spPr>
      </p:pic>
      <p:pic>
        <p:nvPicPr>
          <p:cNvPr id="89" name="Google Shape;89;p17"/>
          <p:cNvPicPr preferRelativeResize="0"/>
          <p:nvPr/>
        </p:nvPicPr>
        <p:blipFill>
          <a:blip r:embed="rId3">
            <a:alphaModFix/>
          </a:blip>
          <a:stretch>
            <a:fillRect/>
          </a:stretch>
        </p:blipFill>
        <p:spPr>
          <a:xfrm>
            <a:off x="8411100" y="4806209"/>
            <a:ext cx="475488" cy="91440"/>
          </a:xfrm>
          <a:prstGeom prst="rect">
            <a:avLst/>
          </a:prstGeom>
          <a:noFill/>
          <a:ln>
            <a:noFill/>
          </a:ln>
        </p:spPr>
      </p:pic>
      <p:sp>
        <p:nvSpPr>
          <p:cNvPr id="90" name="Google Shape;90;p17"/>
          <p:cNvSpPr txBox="1"/>
          <p:nvPr>
            <p:ph idx="3" type="title"/>
          </p:nvPr>
        </p:nvSpPr>
        <p:spPr>
          <a:xfrm>
            <a:off x="457200" y="1280150"/>
            <a:ext cx="914400" cy="512100"/>
          </a:xfrm>
          <a:prstGeom prst="rect">
            <a:avLst/>
          </a:prstGeom>
          <a:noFill/>
          <a:ln>
            <a:noFill/>
          </a:ln>
        </p:spPr>
        <p:txBody>
          <a:bodyPr anchorCtr="0" anchor="t" bIns="0" lIns="0" spcFirstLastPara="1" rIns="0" wrap="square" tIns="0">
            <a:noAutofit/>
          </a:bodyPr>
          <a:lstStyle>
            <a:lvl1pPr lvl="0">
              <a:lnSpc>
                <a:spcPct val="112500"/>
              </a:lnSpc>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91" name="Google Shape;91;p17"/>
          <p:cNvSpPr txBox="1"/>
          <p:nvPr>
            <p:ph idx="4" type="title"/>
          </p:nvPr>
        </p:nvSpPr>
        <p:spPr>
          <a:xfrm>
            <a:off x="457200" y="629200"/>
            <a:ext cx="7315200" cy="461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B7B7B7"/>
              </a:buClr>
              <a:buSzPts val="2800"/>
              <a:buFont typeface="Poppins SemiBold"/>
              <a:buNone/>
              <a:defRPr b="0">
                <a:solidFill>
                  <a:srgbClr val="B7B7B7"/>
                </a:solidFill>
                <a:latin typeface="Poppins SemiBold"/>
                <a:ea typeface="Poppins SemiBold"/>
                <a:cs typeface="Poppins SemiBold"/>
                <a:sym typeface="Poppins SemiBold"/>
              </a:defRPr>
            </a:lvl1pPr>
            <a:lvl2pPr lvl="1">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2pPr>
            <a:lvl3pPr lvl="2">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3pPr>
            <a:lvl4pPr lvl="3">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4pPr>
            <a:lvl5pPr lvl="4">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5pPr>
            <a:lvl6pPr lvl="5">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6pPr>
            <a:lvl7pPr lvl="6">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7pPr>
            <a:lvl8pPr lvl="7">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8pPr>
            <a:lvl9pPr lvl="8">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9pPr>
          </a:lstStyle>
          <a:p/>
        </p:txBody>
      </p:sp>
      <p:sp>
        <p:nvSpPr>
          <p:cNvPr id="92" name="Google Shape;92;p17"/>
          <p:cNvSpPr txBox="1"/>
          <p:nvPr>
            <p:ph idx="5" type="body"/>
          </p:nvPr>
        </p:nvSpPr>
        <p:spPr>
          <a:xfrm>
            <a:off x="5943600" y="1280150"/>
            <a:ext cx="2743200" cy="768000"/>
          </a:xfrm>
          <a:prstGeom prst="rect">
            <a:avLst/>
          </a:prstGeom>
        </p:spPr>
        <p:txBody>
          <a:bodyPr anchorCtr="0" anchor="t" bIns="0" lIns="0" spcFirstLastPara="1" rIns="0" wrap="square" tIns="0">
            <a:normAutofit/>
          </a:bodyPr>
          <a:lstStyle>
            <a:lvl1pPr indent="-342900" lvl="0" marL="457200">
              <a:spcBef>
                <a:spcPts val="0"/>
              </a:spcBef>
              <a:spcAft>
                <a:spcPts val="0"/>
              </a:spcAft>
              <a:buClr>
                <a:srgbClr val="B7B7B7"/>
              </a:buClr>
              <a:buSzPts val="1800"/>
              <a:buChar char="●"/>
              <a:defRPr>
                <a:solidFill>
                  <a:srgbClr val="B7B7B7"/>
                </a:solidFill>
              </a:defRPr>
            </a:lvl1pPr>
            <a:lvl2pPr indent="-317500" lvl="1" marL="914400">
              <a:spcBef>
                <a:spcPts val="0"/>
              </a:spcBef>
              <a:spcAft>
                <a:spcPts val="0"/>
              </a:spcAft>
              <a:buClr>
                <a:srgbClr val="B7B7B7"/>
              </a:buClr>
              <a:buSzPts val="1400"/>
              <a:buChar char="○"/>
              <a:defRPr>
                <a:solidFill>
                  <a:srgbClr val="B7B7B7"/>
                </a:solidFill>
              </a:defRPr>
            </a:lvl2pPr>
            <a:lvl3pPr indent="-317500" lvl="2" marL="1371600">
              <a:spcBef>
                <a:spcPts val="0"/>
              </a:spcBef>
              <a:spcAft>
                <a:spcPts val="0"/>
              </a:spcAft>
              <a:buClr>
                <a:srgbClr val="B7B7B7"/>
              </a:buClr>
              <a:buSzPts val="1400"/>
              <a:buChar char="■"/>
              <a:defRPr>
                <a:solidFill>
                  <a:srgbClr val="B7B7B7"/>
                </a:solidFill>
              </a:defRPr>
            </a:lvl3pPr>
            <a:lvl4pPr indent="-317500" lvl="3" marL="1828800">
              <a:spcBef>
                <a:spcPts val="0"/>
              </a:spcBef>
              <a:spcAft>
                <a:spcPts val="0"/>
              </a:spcAft>
              <a:buClr>
                <a:srgbClr val="B7B7B7"/>
              </a:buClr>
              <a:buSzPts val="1400"/>
              <a:buChar char="●"/>
              <a:defRPr>
                <a:solidFill>
                  <a:srgbClr val="B7B7B7"/>
                </a:solidFill>
              </a:defRPr>
            </a:lvl4pPr>
            <a:lvl5pPr indent="-317500" lvl="4" marL="2286000">
              <a:spcBef>
                <a:spcPts val="0"/>
              </a:spcBef>
              <a:spcAft>
                <a:spcPts val="0"/>
              </a:spcAft>
              <a:buClr>
                <a:srgbClr val="B7B7B7"/>
              </a:buClr>
              <a:buSzPts val="1400"/>
              <a:buChar char="○"/>
              <a:defRPr>
                <a:solidFill>
                  <a:srgbClr val="B7B7B7"/>
                </a:solidFill>
              </a:defRPr>
            </a:lvl5pPr>
            <a:lvl6pPr indent="-317500" lvl="5" marL="2743200">
              <a:spcBef>
                <a:spcPts val="0"/>
              </a:spcBef>
              <a:spcAft>
                <a:spcPts val="0"/>
              </a:spcAft>
              <a:buClr>
                <a:srgbClr val="B7B7B7"/>
              </a:buClr>
              <a:buSzPts val="1400"/>
              <a:buChar char="■"/>
              <a:defRPr>
                <a:solidFill>
                  <a:srgbClr val="B7B7B7"/>
                </a:solidFill>
              </a:defRPr>
            </a:lvl6pPr>
            <a:lvl7pPr indent="-317500" lvl="6" marL="3200400">
              <a:spcBef>
                <a:spcPts val="0"/>
              </a:spcBef>
              <a:spcAft>
                <a:spcPts val="0"/>
              </a:spcAft>
              <a:buClr>
                <a:srgbClr val="B7B7B7"/>
              </a:buClr>
              <a:buSzPts val="1400"/>
              <a:buChar char="●"/>
              <a:defRPr>
                <a:solidFill>
                  <a:srgbClr val="B7B7B7"/>
                </a:solidFill>
              </a:defRPr>
            </a:lvl7pPr>
            <a:lvl8pPr indent="-317500" lvl="7" marL="3657600">
              <a:spcBef>
                <a:spcPts val="0"/>
              </a:spcBef>
              <a:spcAft>
                <a:spcPts val="0"/>
              </a:spcAft>
              <a:buClr>
                <a:srgbClr val="B7B7B7"/>
              </a:buClr>
              <a:buSzPts val="1400"/>
              <a:buChar char="○"/>
              <a:defRPr>
                <a:solidFill>
                  <a:srgbClr val="B7B7B7"/>
                </a:solidFill>
              </a:defRPr>
            </a:lvl8pPr>
            <a:lvl9pPr indent="-317500" lvl="8" marL="4114800">
              <a:spcBef>
                <a:spcPts val="0"/>
              </a:spcBef>
              <a:spcAft>
                <a:spcPts val="0"/>
              </a:spcAft>
              <a:buClr>
                <a:srgbClr val="B7B7B7"/>
              </a:buClr>
              <a:buSzPts val="1400"/>
              <a:buChar char="■"/>
              <a:defRPr>
                <a:solidFill>
                  <a:srgbClr val="B7B7B7"/>
                </a:solidFill>
              </a:defRPr>
            </a:lvl9pPr>
          </a:lstStyle>
          <a:p/>
        </p:txBody>
      </p:sp>
      <p:sp>
        <p:nvSpPr>
          <p:cNvPr id="93" name="Google Shape;93;p17"/>
          <p:cNvSpPr txBox="1"/>
          <p:nvPr>
            <p:ph idx="6" type="body"/>
          </p:nvPr>
        </p:nvSpPr>
        <p:spPr>
          <a:xfrm>
            <a:off x="2743200" y="2338925"/>
            <a:ext cx="2743200" cy="7680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4" name="Google Shape;94;p17"/>
          <p:cNvSpPr txBox="1"/>
          <p:nvPr>
            <p:ph idx="7" type="title"/>
          </p:nvPr>
        </p:nvSpPr>
        <p:spPr>
          <a:xfrm>
            <a:off x="457200" y="2338925"/>
            <a:ext cx="914400" cy="512100"/>
          </a:xfrm>
          <a:prstGeom prst="rect">
            <a:avLst/>
          </a:prstGeom>
          <a:noFill/>
          <a:ln>
            <a:noFill/>
          </a:ln>
        </p:spPr>
        <p:txBody>
          <a:bodyPr anchorCtr="0" anchor="t" bIns="0" lIns="0" spcFirstLastPara="1" rIns="0" wrap="square" tIns="0">
            <a:noAutofit/>
          </a:bodyPr>
          <a:lstStyle>
            <a:lvl1pPr lvl="0">
              <a:lnSpc>
                <a:spcPct val="112500"/>
              </a:lnSpc>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95" name="Google Shape;95;p17"/>
          <p:cNvSpPr txBox="1"/>
          <p:nvPr>
            <p:ph idx="8" type="body"/>
          </p:nvPr>
        </p:nvSpPr>
        <p:spPr>
          <a:xfrm>
            <a:off x="5943600" y="2338925"/>
            <a:ext cx="2743200" cy="768000"/>
          </a:xfrm>
          <a:prstGeom prst="rect">
            <a:avLst/>
          </a:prstGeom>
        </p:spPr>
        <p:txBody>
          <a:bodyPr anchorCtr="0" anchor="t" bIns="0" lIns="0" spcFirstLastPara="1" rIns="0" wrap="square" tIns="0">
            <a:normAutofit/>
          </a:bodyPr>
          <a:lstStyle>
            <a:lvl1pPr indent="-342900" lvl="0" marL="457200">
              <a:spcBef>
                <a:spcPts val="0"/>
              </a:spcBef>
              <a:spcAft>
                <a:spcPts val="0"/>
              </a:spcAft>
              <a:buClr>
                <a:srgbClr val="B7B7B7"/>
              </a:buClr>
              <a:buSzPts val="1800"/>
              <a:buChar char="●"/>
              <a:defRPr>
                <a:solidFill>
                  <a:srgbClr val="B7B7B7"/>
                </a:solidFill>
              </a:defRPr>
            </a:lvl1pPr>
            <a:lvl2pPr indent="-317500" lvl="1" marL="914400">
              <a:spcBef>
                <a:spcPts val="0"/>
              </a:spcBef>
              <a:spcAft>
                <a:spcPts val="0"/>
              </a:spcAft>
              <a:buClr>
                <a:srgbClr val="B7B7B7"/>
              </a:buClr>
              <a:buSzPts val="1400"/>
              <a:buChar char="○"/>
              <a:defRPr>
                <a:solidFill>
                  <a:srgbClr val="B7B7B7"/>
                </a:solidFill>
              </a:defRPr>
            </a:lvl2pPr>
            <a:lvl3pPr indent="-317500" lvl="2" marL="1371600">
              <a:spcBef>
                <a:spcPts val="0"/>
              </a:spcBef>
              <a:spcAft>
                <a:spcPts val="0"/>
              </a:spcAft>
              <a:buClr>
                <a:srgbClr val="B7B7B7"/>
              </a:buClr>
              <a:buSzPts val="1400"/>
              <a:buChar char="■"/>
              <a:defRPr>
                <a:solidFill>
                  <a:srgbClr val="B7B7B7"/>
                </a:solidFill>
              </a:defRPr>
            </a:lvl3pPr>
            <a:lvl4pPr indent="-317500" lvl="3" marL="1828800">
              <a:spcBef>
                <a:spcPts val="0"/>
              </a:spcBef>
              <a:spcAft>
                <a:spcPts val="0"/>
              </a:spcAft>
              <a:buClr>
                <a:srgbClr val="B7B7B7"/>
              </a:buClr>
              <a:buSzPts val="1400"/>
              <a:buChar char="●"/>
              <a:defRPr>
                <a:solidFill>
                  <a:srgbClr val="B7B7B7"/>
                </a:solidFill>
              </a:defRPr>
            </a:lvl4pPr>
            <a:lvl5pPr indent="-317500" lvl="4" marL="2286000">
              <a:spcBef>
                <a:spcPts val="0"/>
              </a:spcBef>
              <a:spcAft>
                <a:spcPts val="0"/>
              </a:spcAft>
              <a:buClr>
                <a:srgbClr val="B7B7B7"/>
              </a:buClr>
              <a:buSzPts val="1400"/>
              <a:buChar char="○"/>
              <a:defRPr>
                <a:solidFill>
                  <a:srgbClr val="B7B7B7"/>
                </a:solidFill>
              </a:defRPr>
            </a:lvl5pPr>
            <a:lvl6pPr indent="-317500" lvl="5" marL="2743200">
              <a:spcBef>
                <a:spcPts val="0"/>
              </a:spcBef>
              <a:spcAft>
                <a:spcPts val="0"/>
              </a:spcAft>
              <a:buClr>
                <a:srgbClr val="B7B7B7"/>
              </a:buClr>
              <a:buSzPts val="1400"/>
              <a:buChar char="■"/>
              <a:defRPr>
                <a:solidFill>
                  <a:srgbClr val="B7B7B7"/>
                </a:solidFill>
              </a:defRPr>
            </a:lvl6pPr>
            <a:lvl7pPr indent="-317500" lvl="6" marL="3200400">
              <a:spcBef>
                <a:spcPts val="0"/>
              </a:spcBef>
              <a:spcAft>
                <a:spcPts val="0"/>
              </a:spcAft>
              <a:buClr>
                <a:srgbClr val="B7B7B7"/>
              </a:buClr>
              <a:buSzPts val="1400"/>
              <a:buChar char="●"/>
              <a:defRPr>
                <a:solidFill>
                  <a:srgbClr val="B7B7B7"/>
                </a:solidFill>
              </a:defRPr>
            </a:lvl7pPr>
            <a:lvl8pPr indent="-317500" lvl="7" marL="3657600">
              <a:spcBef>
                <a:spcPts val="0"/>
              </a:spcBef>
              <a:spcAft>
                <a:spcPts val="0"/>
              </a:spcAft>
              <a:buClr>
                <a:srgbClr val="B7B7B7"/>
              </a:buClr>
              <a:buSzPts val="1400"/>
              <a:buChar char="○"/>
              <a:defRPr>
                <a:solidFill>
                  <a:srgbClr val="B7B7B7"/>
                </a:solidFill>
              </a:defRPr>
            </a:lvl8pPr>
            <a:lvl9pPr indent="-317500" lvl="8" marL="4114800">
              <a:spcBef>
                <a:spcPts val="0"/>
              </a:spcBef>
              <a:spcAft>
                <a:spcPts val="0"/>
              </a:spcAft>
              <a:buClr>
                <a:srgbClr val="B7B7B7"/>
              </a:buClr>
              <a:buSzPts val="1400"/>
              <a:buChar char="■"/>
              <a:defRPr>
                <a:solidFill>
                  <a:srgbClr val="B7B7B7"/>
                </a:solidFill>
              </a:defRPr>
            </a:lvl9pPr>
          </a:lstStyle>
          <a:p/>
        </p:txBody>
      </p:sp>
      <p:sp>
        <p:nvSpPr>
          <p:cNvPr id="96" name="Google Shape;96;p17"/>
          <p:cNvSpPr txBox="1"/>
          <p:nvPr>
            <p:ph idx="9" type="body"/>
          </p:nvPr>
        </p:nvSpPr>
        <p:spPr>
          <a:xfrm>
            <a:off x="2743200" y="3328425"/>
            <a:ext cx="2743200" cy="7680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7" name="Google Shape;97;p17"/>
          <p:cNvSpPr txBox="1"/>
          <p:nvPr>
            <p:ph idx="13" type="title"/>
          </p:nvPr>
        </p:nvSpPr>
        <p:spPr>
          <a:xfrm>
            <a:off x="457200" y="3328425"/>
            <a:ext cx="914400" cy="512100"/>
          </a:xfrm>
          <a:prstGeom prst="rect">
            <a:avLst/>
          </a:prstGeom>
          <a:noFill/>
          <a:ln>
            <a:noFill/>
          </a:ln>
        </p:spPr>
        <p:txBody>
          <a:bodyPr anchorCtr="0" anchor="t" bIns="0" lIns="0" spcFirstLastPara="1" rIns="0" wrap="square" tIns="0">
            <a:noAutofit/>
          </a:bodyPr>
          <a:lstStyle>
            <a:lvl1pPr lvl="0">
              <a:lnSpc>
                <a:spcPct val="112500"/>
              </a:lnSpc>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98" name="Google Shape;98;p17"/>
          <p:cNvSpPr txBox="1"/>
          <p:nvPr>
            <p:ph idx="14" type="body"/>
          </p:nvPr>
        </p:nvSpPr>
        <p:spPr>
          <a:xfrm>
            <a:off x="5943600" y="3328425"/>
            <a:ext cx="2743200" cy="768000"/>
          </a:xfrm>
          <a:prstGeom prst="rect">
            <a:avLst/>
          </a:prstGeom>
        </p:spPr>
        <p:txBody>
          <a:bodyPr anchorCtr="0" anchor="t" bIns="0" lIns="0" spcFirstLastPara="1" rIns="0" wrap="square" tIns="0">
            <a:normAutofit/>
          </a:bodyPr>
          <a:lstStyle>
            <a:lvl1pPr indent="-342900" lvl="0" marL="457200">
              <a:spcBef>
                <a:spcPts val="0"/>
              </a:spcBef>
              <a:spcAft>
                <a:spcPts val="0"/>
              </a:spcAft>
              <a:buClr>
                <a:srgbClr val="B7B7B7"/>
              </a:buClr>
              <a:buSzPts val="1800"/>
              <a:buChar char="●"/>
              <a:defRPr>
                <a:solidFill>
                  <a:srgbClr val="B7B7B7"/>
                </a:solidFill>
              </a:defRPr>
            </a:lvl1pPr>
            <a:lvl2pPr indent="-317500" lvl="1" marL="914400">
              <a:spcBef>
                <a:spcPts val="0"/>
              </a:spcBef>
              <a:spcAft>
                <a:spcPts val="0"/>
              </a:spcAft>
              <a:buClr>
                <a:srgbClr val="B7B7B7"/>
              </a:buClr>
              <a:buSzPts val="1400"/>
              <a:buChar char="○"/>
              <a:defRPr>
                <a:solidFill>
                  <a:srgbClr val="B7B7B7"/>
                </a:solidFill>
              </a:defRPr>
            </a:lvl2pPr>
            <a:lvl3pPr indent="-317500" lvl="2" marL="1371600">
              <a:spcBef>
                <a:spcPts val="0"/>
              </a:spcBef>
              <a:spcAft>
                <a:spcPts val="0"/>
              </a:spcAft>
              <a:buClr>
                <a:srgbClr val="B7B7B7"/>
              </a:buClr>
              <a:buSzPts val="1400"/>
              <a:buChar char="■"/>
              <a:defRPr>
                <a:solidFill>
                  <a:srgbClr val="B7B7B7"/>
                </a:solidFill>
              </a:defRPr>
            </a:lvl3pPr>
            <a:lvl4pPr indent="-317500" lvl="3" marL="1828800">
              <a:spcBef>
                <a:spcPts val="0"/>
              </a:spcBef>
              <a:spcAft>
                <a:spcPts val="0"/>
              </a:spcAft>
              <a:buClr>
                <a:srgbClr val="B7B7B7"/>
              </a:buClr>
              <a:buSzPts val="1400"/>
              <a:buChar char="●"/>
              <a:defRPr>
                <a:solidFill>
                  <a:srgbClr val="B7B7B7"/>
                </a:solidFill>
              </a:defRPr>
            </a:lvl4pPr>
            <a:lvl5pPr indent="-317500" lvl="4" marL="2286000">
              <a:spcBef>
                <a:spcPts val="0"/>
              </a:spcBef>
              <a:spcAft>
                <a:spcPts val="0"/>
              </a:spcAft>
              <a:buClr>
                <a:srgbClr val="B7B7B7"/>
              </a:buClr>
              <a:buSzPts val="1400"/>
              <a:buChar char="○"/>
              <a:defRPr>
                <a:solidFill>
                  <a:srgbClr val="B7B7B7"/>
                </a:solidFill>
              </a:defRPr>
            </a:lvl5pPr>
            <a:lvl6pPr indent="-317500" lvl="5" marL="2743200">
              <a:spcBef>
                <a:spcPts val="0"/>
              </a:spcBef>
              <a:spcAft>
                <a:spcPts val="0"/>
              </a:spcAft>
              <a:buClr>
                <a:srgbClr val="B7B7B7"/>
              </a:buClr>
              <a:buSzPts val="1400"/>
              <a:buChar char="■"/>
              <a:defRPr>
                <a:solidFill>
                  <a:srgbClr val="B7B7B7"/>
                </a:solidFill>
              </a:defRPr>
            </a:lvl6pPr>
            <a:lvl7pPr indent="-317500" lvl="6" marL="3200400">
              <a:spcBef>
                <a:spcPts val="0"/>
              </a:spcBef>
              <a:spcAft>
                <a:spcPts val="0"/>
              </a:spcAft>
              <a:buClr>
                <a:srgbClr val="B7B7B7"/>
              </a:buClr>
              <a:buSzPts val="1400"/>
              <a:buChar char="●"/>
              <a:defRPr>
                <a:solidFill>
                  <a:srgbClr val="B7B7B7"/>
                </a:solidFill>
              </a:defRPr>
            </a:lvl7pPr>
            <a:lvl8pPr indent="-317500" lvl="7" marL="3657600">
              <a:spcBef>
                <a:spcPts val="0"/>
              </a:spcBef>
              <a:spcAft>
                <a:spcPts val="0"/>
              </a:spcAft>
              <a:buClr>
                <a:srgbClr val="B7B7B7"/>
              </a:buClr>
              <a:buSzPts val="1400"/>
              <a:buChar char="○"/>
              <a:defRPr>
                <a:solidFill>
                  <a:srgbClr val="B7B7B7"/>
                </a:solidFill>
              </a:defRPr>
            </a:lvl8pPr>
            <a:lvl9pPr indent="-317500" lvl="8" marL="4114800">
              <a:spcBef>
                <a:spcPts val="0"/>
              </a:spcBef>
              <a:spcAft>
                <a:spcPts val="0"/>
              </a:spcAft>
              <a:buClr>
                <a:srgbClr val="B7B7B7"/>
              </a:buClr>
              <a:buSzPts val="1400"/>
              <a:buChar char="■"/>
              <a:defRPr>
                <a:solidFill>
                  <a:srgbClr val="B7B7B7"/>
                </a:solidFill>
              </a:defRPr>
            </a:lvl9pPr>
          </a:lstStyle>
          <a:p/>
        </p:txBody>
      </p:sp>
      <p:pic>
        <p:nvPicPr>
          <p:cNvPr id="99" name="Google Shape;99;p17"/>
          <p:cNvPicPr preferRelativeResize="0"/>
          <p:nvPr/>
        </p:nvPicPr>
        <p:blipFill>
          <a:blip r:embed="rId4">
            <a:alphaModFix/>
          </a:blip>
          <a:stretch>
            <a:fillRect/>
          </a:stretch>
        </p:blipFill>
        <p:spPr>
          <a:xfrm>
            <a:off x="8352263" y="4747500"/>
            <a:ext cx="593172" cy="209424"/>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028">
          <p15:clr>
            <a:srgbClr val="E46962"/>
          </p15:clr>
        </p15:guide>
        <p15:guide id="2" orient="horz" pos="308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hoto (2/3)">
  <p:cSld name="Title and Content_1_3_1_1">
    <p:bg>
      <p:bgPr>
        <a:solidFill>
          <a:srgbClr val="FFFFFF"/>
        </a:solidFill>
      </p:bgPr>
    </p:bg>
    <p:spTree>
      <p:nvGrpSpPr>
        <p:cNvPr id="100" name="Shape 100"/>
        <p:cNvGrpSpPr/>
        <p:nvPr/>
      </p:nvGrpSpPr>
      <p:grpSpPr>
        <a:xfrm>
          <a:off x="0" y="0"/>
          <a:ext cx="0" cy="0"/>
          <a:chOff x="0" y="0"/>
          <a:chExt cx="0" cy="0"/>
        </a:xfrm>
      </p:grpSpPr>
      <p:sp>
        <p:nvSpPr>
          <p:cNvPr id="101" name="Google Shape;101;p18"/>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2" name="Google Shape;102;p18"/>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lvl1pPr lvl="0">
              <a:spcBef>
                <a:spcPts val="0"/>
              </a:spcBef>
              <a:spcAft>
                <a:spcPts val="0"/>
              </a:spcAft>
              <a:buSzPts val="600"/>
              <a:buNone/>
              <a:defRPr sz="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03" name="Google Shape;103;p18"/>
          <p:cNvPicPr preferRelativeResize="0"/>
          <p:nvPr/>
        </p:nvPicPr>
        <p:blipFill rotWithShape="1">
          <a:blip r:embed="rId2">
            <a:alphaModFix/>
          </a:blip>
          <a:srcRect b="9" l="0" r="0" t="9"/>
          <a:stretch/>
        </p:blipFill>
        <p:spPr>
          <a:xfrm>
            <a:off x="8411100" y="4806209"/>
            <a:ext cx="475488" cy="91440"/>
          </a:xfrm>
          <a:prstGeom prst="rect">
            <a:avLst/>
          </a:prstGeom>
          <a:noFill/>
          <a:ln>
            <a:noFill/>
          </a:ln>
        </p:spPr>
      </p:pic>
      <p:pic>
        <p:nvPicPr>
          <p:cNvPr id="104" name="Google Shape;104;p18"/>
          <p:cNvPicPr preferRelativeResize="0"/>
          <p:nvPr/>
        </p:nvPicPr>
        <p:blipFill>
          <a:blip r:embed="rId3">
            <a:alphaModFix/>
          </a:blip>
          <a:stretch>
            <a:fillRect/>
          </a:stretch>
        </p:blipFill>
        <p:spPr>
          <a:xfrm>
            <a:off x="8411100" y="4806209"/>
            <a:ext cx="475488" cy="91440"/>
          </a:xfrm>
          <a:prstGeom prst="rect">
            <a:avLst/>
          </a:prstGeom>
          <a:noFill/>
          <a:ln>
            <a:noFill/>
          </a:ln>
        </p:spPr>
      </p:pic>
      <p:sp>
        <p:nvSpPr>
          <p:cNvPr id="105" name="Google Shape;105;p18"/>
          <p:cNvSpPr/>
          <p:nvPr>
            <p:ph idx="2" type="pic"/>
          </p:nvPr>
        </p:nvSpPr>
        <p:spPr>
          <a:xfrm>
            <a:off x="3200400" y="0"/>
            <a:ext cx="5954100" cy="5154000"/>
          </a:xfrm>
          <a:prstGeom prst="rect">
            <a:avLst/>
          </a:prstGeom>
          <a:noFill/>
          <a:ln>
            <a:noFill/>
          </a:ln>
        </p:spPr>
      </p:sp>
      <p:sp>
        <p:nvSpPr>
          <p:cNvPr id="106" name="Google Shape;106;p18"/>
          <p:cNvSpPr txBox="1"/>
          <p:nvPr>
            <p:ph type="title"/>
          </p:nvPr>
        </p:nvSpPr>
        <p:spPr>
          <a:xfrm>
            <a:off x="457200" y="1536200"/>
            <a:ext cx="2286000" cy="2562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107" name="Google Shape;107;p18"/>
          <p:cNvSpPr txBox="1"/>
          <p:nvPr>
            <p:ph idx="3" type="body"/>
          </p:nvPr>
        </p:nvSpPr>
        <p:spPr>
          <a:xfrm>
            <a:off x="457200" y="1818750"/>
            <a:ext cx="2286000" cy="7416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8" name="Google Shape;108;p18"/>
          <p:cNvSpPr txBox="1"/>
          <p:nvPr>
            <p:ph idx="4" type="title"/>
          </p:nvPr>
        </p:nvSpPr>
        <p:spPr>
          <a:xfrm>
            <a:off x="457200" y="256025"/>
            <a:ext cx="2286000" cy="768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800"/>
              <a:buFont typeface="Poppins SemiBold"/>
              <a:buNone/>
              <a:defRPr b="0">
                <a:solidFill>
                  <a:schemeClr val="dk1"/>
                </a:solidFill>
                <a:latin typeface="Poppins SemiBold"/>
                <a:ea typeface="Poppins SemiBold"/>
                <a:cs typeface="Poppins SemiBold"/>
                <a:sym typeface="Poppins SemiBold"/>
              </a:defRPr>
            </a:lvl1pPr>
            <a:lvl2pPr lvl="1">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2pPr>
            <a:lvl3pPr lvl="2">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3pPr>
            <a:lvl4pPr lvl="3">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4pPr>
            <a:lvl5pPr lvl="4">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5pPr>
            <a:lvl6pPr lvl="5">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6pPr>
            <a:lvl7pPr lvl="6">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7pPr>
            <a:lvl8pPr lvl="7">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8pPr>
            <a:lvl9pPr lvl="8">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9pPr>
          </a:lstStyle>
          <a:p/>
        </p:txBody>
      </p:sp>
      <p:sp>
        <p:nvSpPr>
          <p:cNvPr id="109" name="Google Shape;109;p18"/>
          <p:cNvSpPr txBox="1"/>
          <p:nvPr>
            <p:ph idx="5" type="title"/>
          </p:nvPr>
        </p:nvSpPr>
        <p:spPr>
          <a:xfrm>
            <a:off x="457200" y="2816550"/>
            <a:ext cx="2286000" cy="2562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110" name="Google Shape;110;p18"/>
          <p:cNvSpPr txBox="1"/>
          <p:nvPr>
            <p:ph idx="6" type="body"/>
          </p:nvPr>
        </p:nvSpPr>
        <p:spPr>
          <a:xfrm>
            <a:off x="457200" y="3099100"/>
            <a:ext cx="2286000" cy="7416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showMasterSp="0">
  <p:cSld name="Big statement green_1_1_4">
    <p:bg>
      <p:bgPr>
        <a:solidFill>
          <a:schemeClr val="lt1"/>
        </a:solidFill>
      </p:bgPr>
    </p:bg>
    <p:spTree>
      <p:nvGrpSpPr>
        <p:cNvPr id="111" name="Shape 111"/>
        <p:cNvGrpSpPr/>
        <p:nvPr/>
      </p:nvGrpSpPr>
      <p:grpSpPr>
        <a:xfrm>
          <a:off x="0" y="0"/>
          <a:ext cx="0" cy="0"/>
          <a:chOff x="0" y="0"/>
          <a:chExt cx="0" cy="0"/>
        </a:xfrm>
      </p:grpSpPr>
      <p:sp>
        <p:nvSpPr>
          <p:cNvPr id="112" name="Google Shape;112;p19"/>
          <p:cNvSpPr txBox="1"/>
          <p:nvPr>
            <p:ph type="title"/>
          </p:nvPr>
        </p:nvSpPr>
        <p:spPr>
          <a:xfrm>
            <a:off x="457200" y="256025"/>
            <a:ext cx="2743200" cy="1024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800"/>
              <a:buFont typeface="Poppins SemiBold"/>
              <a:buNone/>
              <a:defRPr b="0">
                <a:solidFill>
                  <a:schemeClr val="dk1"/>
                </a:solidFill>
                <a:latin typeface="Poppins SemiBold"/>
                <a:ea typeface="Poppins SemiBold"/>
                <a:cs typeface="Poppins SemiBold"/>
                <a:sym typeface="Poppins SemiBold"/>
              </a:defRPr>
            </a:lvl1pPr>
            <a:lvl2pPr lvl="1">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2pPr>
            <a:lvl3pPr lvl="2">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3pPr>
            <a:lvl4pPr lvl="3">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4pPr>
            <a:lvl5pPr lvl="4">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5pPr>
            <a:lvl6pPr lvl="5">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6pPr>
            <a:lvl7pPr lvl="6">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7pPr>
            <a:lvl8pPr lvl="7">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8pPr>
            <a:lvl9pPr lvl="8">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9pPr>
          </a:lstStyle>
          <a:p/>
        </p:txBody>
      </p:sp>
      <p:sp>
        <p:nvSpPr>
          <p:cNvPr id="113" name="Google Shape;113;p19"/>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19"/>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lvl1pPr lvl="0">
              <a:spcBef>
                <a:spcPts val="0"/>
              </a:spcBef>
              <a:spcAft>
                <a:spcPts val="0"/>
              </a:spcAft>
              <a:buSzPts val="600"/>
              <a:buNone/>
              <a:defRPr sz="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9"/>
          <p:cNvSpPr txBox="1"/>
          <p:nvPr>
            <p:ph idx="2" type="body"/>
          </p:nvPr>
        </p:nvSpPr>
        <p:spPr>
          <a:xfrm>
            <a:off x="460125" y="1792225"/>
            <a:ext cx="2286000" cy="768000"/>
          </a:xfrm>
          <a:prstGeom prst="rect">
            <a:avLst/>
          </a:prstGeom>
        </p:spPr>
        <p:txBody>
          <a:bodyPr anchorCtr="0" anchor="t" bIns="0" lIns="0" spcFirstLastPara="1" rIns="0"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pic>
        <p:nvPicPr>
          <p:cNvPr id="116" name="Google Shape;116;p19"/>
          <p:cNvPicPr preferRelativeResize="0"/>
          <p:nvPr/>
        </p:nvPicPr>
        <p:blipFill rotWithShape="1">
          <a:blip r:embed="rId2">
            <a:alphaModFix/>
          </a:blip>
          <a:srcRect b="9" l="0" r="0" t="9"/>
          <a:stretch/>
        </p:blipFill>
        <p:spPr>
          <a:xfrm>
            <a:off x="8411100" y="4806209"/>
            <a:ext cx="475488" cy="91440"/>
          </a:xfrm>
          <a:prstGeom prst="rect">
            <a:avLst/>
          </a:prstGeom>
          <a:noFill/>
          <a:ln>
            <a:noFill/>
          </a:ln>
        </p:spPr>
      </p:pic>
      <p:pic>
        <p:nvPicPr>
          <p:cNvPr id="117" name="Google Shape;117;p19"/>
          <p:cNvPicPr preferRelativeResize="0"/>
          <p:nvPr/>
        </p:nvPicPr>
        <p:blipFill>
          <a:blip r:embed="rId3">
            <a:alphaModFix/>
          </a:blip>
          <a:stretch>
            <a:fillRect/>
          </a:stretch>
        </p:blipFill>
        <p:spPr>
          <a:xfrm>
            <a:off x="8411100" y="4806209"/>
            <a:ext cx="475488" cy="91440"/>
          </a:xfrm>
          <a:prstGeom prst="rect">
            <a:avLst/>
          </a:prstGeom>
          <a:noFill/>
          <a:ln>
            <a:noFill/>
          </a:ln>
        </p:spPr>
      </p:pic>
      <p:sp>
        <p:nvSpPr>
          <p:cNvPr id="118" name="Google Shape;118;p19"/>
          <p:cNvSpPr txBox="1"/>
          <p:nvPr>
            <p:ph idx="3" type="title"/>
          </p:nvPr>
        </p:nvSpPr>
        <p:spPr>
          <a:xfrm>
            <a:off x="457200" y="1536275"/>
            <a:ext cx="2286000" cy="255900"/>
          </a:xfrm>
          <a:prstGeom prst="rect">
            <a:avLst/>
          </a:prstGeom>
          <a:noFill/>
          <a:ln>
            <a:noFill/>
          </a:ln>
        </p:spPr>
        <p:txBody>
          <a:bodyPr anchorCtr="0" anchor="ctr" bIns="0" lIns="0" spcFirstLastPara="1" rIns="0" wrap="square" tIns="0">
            <a:noAutofit/>
          </a:bodyPr>
          <a:lstStyle>
            <a:lvl1pPr lvl="0">
              <a:lnSpc>
                <a:spcPct val="112500"/>
              </a:lnSpc>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119" name="Google Shape;119;p19"/>
          <p:cNvSpPr txBox="1"/>
          <p:nvPr>
            <p:ph idx="4" type="body"/>
          </p:nvPr>
        </p:nvSpPr>
        <p:spPr>
          <a:xfrm>
            <a:off x="3430463" y="1792225"/>
            <a:ext cx="2286000" cy="768000"/>
          </a:xfrm>
          <a:prstGeom prst="rect">
            <a:avLst/>
          </a:prstGeom>
        </p:spPr>
        <p:txBody>
          <a:bodyPr anchorCtr="0" anchor="t" bIns="0" lIns="0" spcFirstLastPara="1" rIns="0"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20" name="Google Shape;120;p19"/>
          <p:cNvSpPr txBox="1"/>
          <p:nvPr>
            <p:ph idx="5" type="title"/>
          </p:nvPr>
        </p:nvSpPr>
        <p:spPr>
          <a:xfrm>
            <a:off x="3427538" y="1536275"/>
            <a:ext cx="2286000" cy="255900"/>
          </a:xfrm>
          <a:prstGeom prst="rect">
            <a:avLst/>
          </a:prstGeom>
          <a:noFill/>
          <a:ln>
            <a:noFill/>
          </a:ln>
        </p:spPr>
        <p:txBody>
          <a:bodyPr anchorCtr="0" anchor="ctr" bIns="0" lIns="0" spcFirstLastPara="1" rIns="0" wrap="square" tIns="0">
            <a:noAutofit/>
          </a:bodyPr>
          <a:lstStyle>
            <a:lvl1pPr lvl="0">
              <a:lnSpc>
                <a:spcPct val="112500"/>
              </a:lnSpc>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121" name="Google Shape;121;p19"/>
          <p:cNvSpPr txBox="1"/>
          <p:nvPr>
            <p:ph idx="6" type="body"/>
          </p:nvPr>
        </p:nvSpPr>
        <p:spPr>
          <a:xfrm>
            <a:off x="6400813" y="1792225"/>
            <a:ext cx="2286000" cy="768000"/>
          </a:xfrm>
          <a:prstGeom prst="rect">
            <a:avLst/>
          </a:prstGeom>
        </p:spPr>
        <p:txBody>
          <a:bodyPr anchorCtr="0" anchor="t" bIns="0" lIns="0" spcFirstLastPara="1" rIns="0"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22" name="Google Shape;122;p19"/>
          <p:cNvSpPr txBox="1"/>
          <p:nvPr>
            <p:ph idx="7" type="title"/>
          </p:nvPr>
        </p:nvSpPr>
        <p:spPr>
          <a:xfrm>
            <a:off x="6397888" y="1536275"/>
            <a:ext cx="2286000" cy="255900"/>
          </a:xfrm>
          <a:prstGeom prst="rect">
            <a:avLst/>
          </a:prstGeom>
          <a:noFill/>
          <a:ln>
            <a:noFill/>
          </a:ln>
        </p:spPr>
        <p:txBody>
          <a:bodyPr anchorCtr="0" anchor="ctr" bIns="0" lIns="0" spcFirstLastPara="1" rIns="0" wrap="square" tIns="0">
            <a:noAutofit/>
          </a:bodyPr>
          <a:lstStyle>
            <a:lvl1pPr lvl="0">
              <a:lnSpc>
                <a:spcPct val="112500"/>
              </a:lnSpc>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123" name="Google Shape;123;p19"/>
          <p:cNvSpPr txBox="1"/>
          <p:nvPr>
            <p:ph idx="8" type="body"/>
          </p:nvPr>
        </p:nvSpPr>
        <p:spPr>
          <a:xfrm>
            <a:off x="460125" y="3072225"/>
            <a:ext cx="2286000" cy="768000"/>
          </a:xfrm>
          <a:prstGeom prst="rect">
            <a:avLst/>
          </a:prstGeom>
        </p:spPr>
        <p:txBody>
          <a:bodyPr anchorCtr="0" anchor="t" bIns="0" lIns="0" spcFirstLastPara="1" rIns="0"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24" name="Google Shape;124;p19"/>
          <p:cNvSpPr txBox="1"/>
          <p:nvPr>
            <p:ph idx="9" type="title"/>
          </p:nvPr>
        </p:nvSpPr>
        <p:spPr>
          <a:xfrm>
            <a:off x="457200" y="2816275"/>
            <a:ext cx="2286000" cy="255900"/>
          </a:xfrm>
          <a:prstGeom prst="rect">
            <a:avLst/>
          </a:prstGeom>
          <a:noFill/>
          <a:ln>
            <a:noFill/>
          </a:ln>
        </p:spPr>
        <p:txBody>
          <a:bodyPr anchorCtr="0" anchor="ctr" bIns="0" lIns="0" spcFirstLastPara="1" rIns="0" wrap="square" tIns="0">
            <a:noAutofit/>
          </a:bodyPr>
          <a:lstStyle>
            <a:lvl1pPr lvl="0">
              <a:lnSpc>
                <a:spcPct val="112500"/>
              </a:lnSpc>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125" name="Google Shape;125;p19"/>
          <p:cNvSpPr txBox="1"/>
          <p:nvPr>
            <p:ph idx="13" type="body"/>
          </p:nvPr>
        </p:nvSpPr>
        <p:spPr>
          <a:xfrm>
            <a:off x="3430463" y="3072225"/>
            <a:ext cx="2286000" cy="768000"/>
          </a:xfrm>
          <a:prstGeom prst="rect">
            <a:avLst/>
          </a:prstGeom>
        </p:spPr>
        <p:txBody>
          <a:bodyPr anchorCtr="0" anchor="t" bIns="0" lIns="0" spcFirstLastPara="1" rIns="0"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26" name="Google Shape;126;p19"/>
          <p:cNvSpPr txBox="1"/>
          <p:nvPr>
            <p:ph idx="14" type="title"/>
          </p:nvPr>
        </p:nvSpPr>
        <p:spPr>
          <a:xfrm>
            <a:off x="3427538" y="2816275"/>
            <a:ext cx="2286000" cy="255900"/>
          </a:xfrm>
          <a:prstGeom prst="rect">
            <a:avLst/>
          </a:prstGeom>
          <a:noFill/>
          <a:ln>
            <a:noFill/>
          </a:ln>
        </p:spPr>
        <p:txBody>
          <a:bodyPr anchorCtr="0" anchor="ctr" bIns="0" lIns="0" spcFirstLastPara="1" rIns="0" wrap="square" tIns="0">
            <a:noAutofit/>
          </a:bodyPr>
          <a:lstStyle>
            <a:lvl1pPr lvl="0">
              <a:lnSpc>
                <a:spcPct val="112500"/>
              </a:lnSpc>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sp>
        <p:nvSpPr>
          <p:cNvPr id="127" name="Google Shape;127;p19"/>
          <p:cNvSpPr txBox="1"/>
          <p:nvPr>
            <p:ph idx="15" type="body"/>
          </p:nvPr>
        </p:nvSpPr>
        <p:spPr>
          <a:xfrm>
            <a:off x="6400813" y="3072225"/>
            <a:ext cx="2286000" cy="768000"/>
          </a:xfrm>
          <a:prstGeom prst="rect">
            <a:avLst/>
          </a:prstGeom>
        </p:spPr>
        <p:txBody>
          <a:bodyPr anchorCtr="0" anchor="t" bIns="0" lIns="0" spcFirstLastPara="1" rIns="0"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28" name="Google Shape;128;p19"/>
          <p:cNvSpPr txBox="1"/>
          <p:nvPr>
            <p:ph idx="16" type="title"/>
          </p:nvPr>
        </p:nvSpPr>
        <p:spPr>
          <a:xfrm>
            <a:off x="6397888" y="2816275"/>
            <a:ext cx="2286000" cy="255900"/>
          </a:xfrm>
          <a:prstGeom prst="rect">
            <a:avLst/>
          </a:prstGeom>
          <a:noFill/>
          <a:ln>
            <a:noFill/>
          </a:ln>
        </p:spPr>
        <p:txBody>
          <a:bodyPr anchorCtr="0" anchor="ctr" bIns="0" lIns="0" spcFirstLastPara="1" rIns="0" wrap="square" tIns="0">
            <a:noAutofit/>
          </a:bodyPr>
          <a:lstStyle>
            <a:lvl1pPr lvl="0">
              <a:lnSpc>
                <a:spcPct val="112500"/>
              </a:lnSpc>
              <a:spcBef>
                <a:spcPts val="0"/>
              </a:spcBef>
              <a:spcAft>
                <a:spcPts val="0"/>
              </a:spcAft>
              <a:buClr>
                <a:schemeClr val="dk2"/>
              </a:buClr>
              <a:buSzPts val="1000"/>
              <a:buFont typeface="Poppins SemiBold"/>
              <a:buNone/>
              <a:defRPr b="0" sz="10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1000"/>
              <a:buFont typeface="Poppins SemiBold"/>
              <a:buNone/>
              <a:defRPr sz="1000">
                <a:solidFill>
                  <a:schemeClr val="dk2"/>
                </a:solidFill>
                <a:latin typeface="Poppins SemiBold"/>
                <a:ea typeface="Poppins SemiBold"/>
                <a:cs typeface="Poppins SemiBold"/>
                <a:sym typeface="Poppins SemiBold"/>
              </a:defRPr>
            </a:lvl9pPr>
          </a:lstStyle>
          <a:p/>
        </p:txBody>
      </p:sp>
      <p:pic>
        <p:nvPicPr>
          <p:cNvPr id="129" name="Google Shape;129;p19"/>
          <p:cNvPicPr preferRelativeResize="0"/>
          <p:nvPr/>
        </p:nvPicPr>
        <p:blipFill>
          <a:blip r:embed="rId4">
            <a:alphaModFix/>
          </a:blip>
          <a:stretch>
            <a:fillRect/>
          </a:stretch>
        </p:blipFill>
        <p:spPr>
          <a:xfrm>
            <a:off x="8352263" y="4747500"/>
            <a:ext cx="593172" cy="209424"/>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028">
          <p15:clr>
            <a:srgbClr val="E46962"/>
          </p15:clr>
        </p15:guide>
        <p15:guide id="2" orient="horz" pos="3085">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457200" y="256025"/>
            <a:ext cx="6400800" cy="3840600"/>
          </a:xfrm>
          <a:prstGeom prst="rect">
            <a:avLst/>
          </a:prstGeom>
        </p:spPr>
        <p:txBody>
          <a:bodyPr anchorCtr="0" anchor="ctr" bIns="45700" lIns="45700" spcFirstLastPara="1" rIns="45700" wrap="square" tIns="45700">
            <a:noAutofit/>
          </a:bodyPr>
          <a:lstStyle/>
          <a:p>
            <a:pPr indent="0" lvl="0" marL="0" rtl="0" algn="l">
              <a:spcBef>
                <a:spcPts val="0"/>
              </a:spcBef>
              <a:spcAft>
                <a:spcPts val="0"/>
              </a:spcAft>
              <a:buNone/>
            </a:pPr>
            <a:r>
              <a:rPr lang="en"/>
              <a:t>ISTQB F</a:t>
            </a:r>
            <a:r>
              <a:rPr lang="en"/>
              <a:t>oundation</a:t>
            </a:r>
            <a:endParaRPr/>
          </a:p>
        </p:txBody>
      </p:sp>
      <p:sp>
        <p:nvSpPr>
          <p:cNvPr id="135" name="Google Shape;135;p20"/>
          <p:cNvSpPr txBox="1"/>
          <p:nvPr>
            <p:ph idx="12" type="sldNum"/>
          </p:nvPr>
        </p:nvSpPr>
        <p:spPr>
          <a:xfrm>
            <a:off x="262125" y="4621225"/>
            <a:ext cx="357000" cy="461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6" name="Google Shape;136;p20"/>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en"/>
              <a:t>ISTQB Foundation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1"/>
          <p:cNvPicPr preferRelativeResize="0"/>
          <p:nvPr/>
        </p:nvPicPr>
        <p:blipFill rotWithShape="1">
          <a:blip r:embed="rId3">
            <a:alphaModFix/>
          </a:blip>
          <a:srcRect b="9" l="0" r="0" t="9"/>
          <a:stretch/>
        </p:blipFill>
        <p:spPr>
          <a:xfrm>
            <a:off x="8411100" y="4806209"/>
            <a:ext cx="475488" cy="91440"/>
          </a:xfrm>
          <a:prstGeom prst="rect">
            <a:avLst/>
          </a:prstGeom>
          <a:noFill/>
          <a:ln>
            <a:noFill/>
          </a:ln>
        </p:spPr>
      </p:pic>
      <p:sp>
        <p:nvSpPr>
          <p:cNvPr id="142" name="Google Shape;142;p21"/>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1"/>
          <p:cNvSpPr txBox="1"/>
          <p:nvPr>
            <p:ph type="title"/>
          </p:nvPr>
        </p:nvSpPr>
        <p:spPr>
          <a:xfrm>
            <a:off x="457200" y="622300"/>
            <a:ext cx="3657600" cy="219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800"/>
              <a:t>Agenda</a:t>
            </a:r>
            <a:endParaRPr sz="4800"/>
          </a:p>
        </p:txBody>
      </p:sp>
      <p:sp>
        <p:nvSpPr>
          <p:cNvPr id="144" name="Google Shape;144;p21"/>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en"/>
              <a:t>ISTQB Foundation </a:t>
            </a:r>
            <a:endParaRPr b="1"/>
          </a:p>
        </p:txBody>
      </p:sp>
      <p:sp>
        <p:nvSpPr>
          <p:cNvPr id="145" name="Google Shape;145;p21"/>
          <p:cNvSpPr txBox="1"/>
          <p:nvPr>
            <p:ph idx="2" type="body"/>
          </p:nvPr>
        </p:nvSpPr>
        <p:spPr>
          <a:xfrm>
            <a:off x="4605825" y="768100"/>
            <a:ext cx="4080900" cy="3328500"/>
          </a:xfrm>
          <a:prstGeom prst="rect">
            <a:avLst/>
          </a:prstGeom>
        </p:spPr>
        <p:txBody>
          <a:bodyPr anchorCtr="0" anchor="t" bIns="91425" lIns="0" spcFirstLastPara="1" rIns="91425" wrap="square" tIns="0">
            <a:normAutofit/>
          </a:bodyPr>
          <a:lstStyle/>
          <a:p>
            <a:pPr indent="-317500" lvl="0" marL="457200" rtl="0" algn="l">
              <a:lnSpc>
                <a:spcPct val="60000"/>
              </a:lnSpc>
              <a:spcBef>
                <a:spcPts val="0"/>
              </a:spcBef>
              <a:spcAft>
                <a:spcPts val="0"/>
              </a:spcAft>
              <a:buClr>
                <a:schemeClr val="lt1"/>
              </a:buClr>
              <a:buSzPts val="1400"/>
              <a:buAutoNum type="arabicPeriod"/>
            </a:pPr>
            <a:r>
              <a:rPr lang="en" sz="1400"/>
              <a:t>Fundamentals</a:t>
            </a:r>
            <a:r>
              <a:rPr lang="en" sz="1400"/>
              <a:t> of Testing</a:t>
            </a:r>
            <a:endParaRPr sz="1400"/>
          </a:p>
          <a:p>
            <a:pPr indent="-254000" lvl="0" marL="342900" rtl="0" algn="l">
              <a:lnSpc>
                <a:spcPct val="60000"/>
              </a:lnSpc>
              <a:spcBef>
                <a:spcPts val="1200"/>
              </a:spcBef>
              <a:spcAft>
                <a:spcPts val="0"/>
              </a:spcAft>
              <a:buClr>
                <a:schemeClr val="dk1"/>
              </a:buClr>
              <a:buSzPts val="1400"/>
              <a:buFont typeface="Montserrat"/>
              <a:buNone/>
            </a:pPr>
            <a:r>
              <a:t/>
            </a:r>
            <a:endParaRPr sz="1400"/>
          </a:p>
          <a:p>
            <a:pPr indent="-317500" lvl="0" marL="457200" rtl="0" algn="l">
              <a:lnSpc>
                <a:spcPct val="60000"/>
              </a:lnSpc>
              <a:spcBef>
                <a:spcPts val="1200"/>
              </a:spcBef>
              <a:spcAft>
                <a:spcPts val="0"/>
              </a:spcAft>
              <a:buClr>
                <a:schemeClr val="lt1"/>
              </a:buClr>
              <a:buSzPts val="1400"/>
              <a:buAutoNum type="arabicPeriod"/>
            </a:pPr>
            <a:r>
              <a:rPr lang="en" sz="1400"/>
              <a:t>Testing Through the SDLC</a:t>
            </a:r>
            <a:endParaRPr sz="1400"/>
          </a:p>
          <a:p>
            <a:pPr indent="-254000" lvl="0" marL="342900" rtl="0" algn="l">
              <a:lnSpc>
                <a:spcPct val="60000"/>
              </a:lnSpc>
              <a:spcBef>
                <a:spcPts val="1200"/>
              </a:spcBef>
              <a:spcAft>
                <a:spcPts val="0"/>
              </a:spcAft>
              <a:buClr>
                <a:schemeClr val="dk1"/>
              </a:buClr>
              <a:buSzPts val="1400"/>
              <a:buFont typeface="Montserrat"/>
              <a:buNone/>
            </a:pPr>
            <a:r>
              <a:t/>
            </a:r>
            <a:endParaRPr sz="1400"/>
          </a:p>
          <a:p>
            <a:pPr indent="-317500" lvl="0" marL="457200" rtl="0" algn="l">
              <a:lnSpc>
                <a:spcPct val="60000"/>
              </a:lnSpc>
              <a:spcBef>
                <a:spcPts val="1200"/>
              </a:spcBef>
              <a:spcAft>
                <a:spcPts val="0"/>
              </a:spcAft>
              <a:buClr>
                <a:schemeClr val="lt1"/>
              </a:buClr>
              <a:buSzPts val="1400"/>
              <a:buAutoNum type="arabicPeriod"/>
            </a:pPr>
            <a:r>
              <a:rPr lang="en" sz="1400"/>
              <a:t>Static/Dynamic Testing</a:t>
            </a:r>
            <a:endParaRPr sz="1400"/>
          </a:p>
          <a:p>
            <a:pPr indent="-254000" lvl="0" marL="342900" rtl="0" algn="l">
              <a:lnSpc>
                <a:spcPct val="60000"/>
              </a:lnSpc>
              <a:spcBef>
                <a:spcPts val="1200"/>
              </a:spcBef>
              <a:spcAft>
                <a:spcPts val="0"/>
              </a:spcAft>
              <a:buClr>
                <a:schemeClr val="dk1"/>
              </a:buClr>
              <a:buSzPts val="1400"/>
              <a:buFont typeface="Montserrat"/>
              <a:buNone/>
            </a:pPr>
            <a:r>
              <a:t/>
            </a:r>
            <a:endParaRPr sz="1400"/>
          </a:p>
          <a:p>
            <a:pPr indent="-317500" lvl="0" marL="457200" rtl="0" algn="l">
              <a:lnSpc>
                <a:spcPct val="60000"/>
              </a:lnSpc>
              <a:spcBef>
                <a:spcPts val="1200"/>
              </a:spcBef>
              <a:spcAft>
                <a:spcPts val="0"/>
              </a:spcAft>
              <a:buClr>
                <a:schemeClr val="lt1"/>
              </a:buClr>
              <a:buSzPts val="1400"/>
              <a:buAutoNum type="arabicPeriod"/>
            </a:pPr>
            <a:r>
              <a:rPr lang="en" sz="1400"/>
              <a:t>Test Techniques</a:t>
            </a:r>
            <a:endParaRPr sz="1400"/>
          </a:p>
          <a:p>
            <a:pPr indent="0" lvl="0" marL="457200" rtl="0" algn="l">
              <a:lnSpc>
                <a:spcPct val="60000"/>
              </a:lnSpc>
              <a:spcBef>
                <a:spcPts val="1200"/>
              </a:spcBef>
              <a:spcAft>
                <a:spcPts val="0"/>
              </a:spcAft>
              <a:buNone/>
            </a:pPr>
            <a:r>
              <a:t/>
            </a:r>
            <a:endParaRPr sz="1400"/>
          </a:p>
          <a:p>
            <a:pPr indent="-317500" lvl="0" marL="457200" rtl="0" algn="l">
              <a:lnSpc>
                <a:spcPct val="60000"/>
              </a:lnSpc>
              <a:spcBef>
                <a:spcPts val="1200"/>
              </a:spcBef>
              <a:spcAft>
                <a:spcPts val="0"/>
              </a:spcAft>
              <a:buClr>
                <a:schemeClr val="lt1"/>
              </a:buClr>
              <a:buSzPts val="1400"/>
              <a:buAutoNum type="arabicPeriod"/>
            </a:pPr>
            <a:r>
              <a:rPr lang="en" sz="1400"/>
              <a:t>Test Management</a:t>
            </a:r>
            <a:endParaRPr sz="1400"/>
          </a:p>
          <a:p>
            <a:pPr indent="0" lvl="0" marL="0" rtl="0" algn="l">
              <a:lnSpc>
                <a:spcPct val="60000"/>
              </a:lnSpc>
              <a:spcBef>
                <a:spcPts val="1200"/>
              </a:spcBef>
              <a:spcAft>
                <a:spcPts val="0"/>
              </a:spcAft>
              <a:buNone/>
            </a:pPr>
            <a:r>
              <a:t/>
            </a:r>
            <a:endParaRPr sz="1400"/>
          </a:p>
          <a:p>
            <a:pPr indent="-317500" lvl="0" marL="457200" rtl="0" algn="l">
              <a:lnSpc>
                <a:spcPct val="60000"/>
              </a:lnSpc>
              <a:spcBef>
                <a:spcPts val="1200"/>
              </a:spcBef>
              <a:spcAft>
                <a:spcPts val="1200"/>
              </a:spcAft>
              <a:buClr>
                <a:schemeClr val="lt1"/>
              </a:buClr>
              <a:buSzPts val="1400"/>
              <a:buAutoNum type="arabicPeriod"/>
            </a:pPr>
            <a:r>
              <a:rPr lang="en" sz="1400"/>
              <a:t>Tools</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22"/>
          <p:cNvSpPr txBox="1"/>
          <p:nvPr>
            <p:ph idx="4" type="title"/>
          </p:nvPr>
        </p:nvSpPr>
        <p:spPr>
          <a:xfrm>
            <a:off x="457200" y="256025"/>
            <a:ext cx="5257800" cy="76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Fundamentals of Testing</a:t>
            </a:r>
            <a:endParaRPr/>
          </a:p>
          <a:p>
            <a:pPr indent="0" lvl="0" marL="0" rtl="0" algn="l">
              <a:spcBef>
                <a:spcPts val="0"/>
              </a:spcBef>
              <a:spcAft>
                <a:spcPts val="0"/>
              </a:spcAft>
              <a:buNone/>
            </a:pPr>
            <a:r>
              <a:t/>
            </a:r>
            <a:endParaRPr/>
          </a:p>
        </p:txBody>
      </p:sp>
      <p:sp>
        <p:nvSpPr>
          <p:cNvPr id="151" name="Google Shape;151;p22"/>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2" name="Google Shape;152;p22"/>
          <p:cNvPicPr preferRelativeResize="0"/>
          <p:nvPr/>
        </p:nvPicPr>
        <p:blipFill rotWithShape="1">
          <a:blip r:embed="rId3">
            <a:alphaModFix/>
          </a:blip>
          <a:srcRect b="9" l="0" r="0" t="9"/>
          <a:stretch/>
        </p:blipFill>
        <p:spPr>
          <a:xfrm>
            <a:off x="8411100" y="4806209"/>
            <a:ext cx="475488" cy="91440"/>
          </a:xfrm>
          <a:prstGeom prst="rect">
            <a:avLst/>
          </a:prstGeom>
          <a:noFill/>
          <a:ln>
            <a:noFill/>
          </a:ln>
        </p:spPr>
      </p:pic>
      <p:sp>
        <p:nvSpPr>
          <p:cNvPr id="153" name="Google Shape;153;p22"/>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en"/>
              <a:t>ISTQB Foundation </a:t>
            </a:r>
            <a:r>
              <a:rPr lang="en"/>
              <a:t>| Fundamentals of Testing</a:t>
            </a:r>
            <a:endParaRPr/>
          </a:p>
        </p:txBody>
      </p:sp>
      <p:pic>
        <p:nvPicPr>
          <p:cNvPr id="154" name="Google Shape;154;p22"/>
          <p:cNvPicPr preferRelativeResize="0"/>
          <p:nvPr/>
        </p:nvPicPr>
        <p:blipFill rotWithShape="1">
          <a:blip r:embed="rId3">
            <a:alphaModFix/>
          </a:blip>
          <a:srcRect b="9" l="0" r="0" t="9"/>
          <a:stretch/>
        </p:blipFill>
        <p:spPr>
          <a:xfrm>
            <a:off x="8411100" y="4806209"/>
            <a:ext cx="475488" cy="91440"/>
          </a:xfrm>
          <a:prstGeom prst="rect">
            <a:avLst/>
          </a:prstGeom>
          <a:noFill/>
          <a:ln>
            <a:noFill/>
          </a:ln>
        </p:spPr>
      </p:pic>
      <p:sp>
        <p:nvSpPr>
          <p:cNvPr id="155" name="Google Shape;155;p22"/>
          <p:cNvSpPr txBox="1"/>
          <p:nvPr>
            <p:ph type="title"/>
          </p:nvPr>
        </p:nvSpPr>
        <p:spPr>
          <a:xfrm>
            <a:off x="457200" y="1280225"/>
            <a:ext cx="3657600" cy="256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Why Testing is Needed?</a:t>
            </a:r>
            <a:endParaRPr/>
          </a:p>
        </p:txBody>
      </p:sp>
      <p:sp>
        <p:nvSpPr>
          <p:cNvPr id="156" name="Google Shape;156;p22"/>
          <p:cNvSpPr txBox="1"/>
          <p:nvPr>
            <p:ph idx="3" type="body"/>
          </p:nvPr>
        </p:nvSpPr>
        <p:spPr>
          <a:xfrm>
            <a:off x="457200" y="1562775"/>
            <a:ext cx="3657600" cy="741600"/>
          </a:xfrm>
          <a:prstGeom prst="rect">
            <a:avLst/>
          </a:prstGeom>
        </p:spPr>
        <p:txBody>
          <a:bodyPr anchorCtr="0" anchor="t" bIns="0" lIns="0" spcFirstLastPara="1" rIns="0" wrap="square" tIns="0">
            <a:normAutofit/>
          </a:bodyPr>
          <a:lstStyle/>
          <a:p>
            <a:pPr indent="-292100" lvl="0" marL="457200" rtl="0" algn="l">
              <a:spcBef>
                <a:spcPts val="0"/>
              </a:spcBef>
              <a:spcAft>
                <a:spcPts val="0"/>
              </a:spcAft>
              <a:buSzPts val="1000"/>
              <a:buChar char="●"/>
            </a:pPr>
            <a:r>
              <a:rPr lang="en" sz="1000"/>
              <a:t>Identify bugs and improvement points</a:t>
            </a:r>
            <a:endParaRPr sz="1000"/>
          </a:p>
          <a:p>
            <a:pPr indent="-292100" lvl="0" marL="457200" rtl="0" algn="l">
              <a:spcBef>
                <a:spcPts val="0"/>
              </a:spcBef>
              <a:spcAft>
                <a:spcPts val="0"/>
              </a:spcAft>
              <a:buSzPts val="1000"/>
              <a:buChar char="●"/>
            </a:pPr>
            <a:r>
              <a:rPr lang="en" sz="1000"/>
              <a:t>Reduce risk</a:t>
            </a:r>
            <a:endParaRPr sz="1000"/>
          </a:p>
          <a:p>
            <a:pPr indent="-292100" lvl="0" marL="457200" rtl="0" algn="l">
              <a:spcBef>
                <a:spcPts val="0"/>
              </a:spcBef>
              <a:spcAft>
                <a:spcPts val="0"/>
              </a:spcAft>
              <a:buSzPts val="1000"/>
              <a:buChar char="●"/>
            </a:pPr>
            <a:r>
              <a:rPr lang="en" sz="1000"/>
              <a:t>Increase quality</a:t>
            </a:r>
            <a:endParaRPr sz="1000"/>
          </a:p>
          <a:p>
            <a:pPr indent="-292100" lvl="0" marL="457200" rtl="0" algn="l">
              <a:spcBef>
                <a:spcPts val="0"/>
              </a:spcBef>
              <a:spcAft>
                <a:spcPts val="0"/>
              </a:spcAft>
              <a:buSzPts val="1000"/>
              <a:buChar char="●"/>
            </a:pPr>
            <a:r>
              <a:rPr lang="en" sz="1000"/>
              <a:t>Satisfy market and customer needs</a:t>
            </a:r>
            <a:endParaRPr sz="1000"/>
          </a:p>
        </p:txBody>
      </p:sp>
      <p:sp>
        <p:nvSpPr>
          <p:cNvPr id="157" name="Google Shape;157;p22"/>
          <p:cNvSpPr txBox="1"/>
          <p:nvPr>
            <p:ph idx="5" type="title"/>
          </p:nvPr>
        </p:nvSpPr>
        <p:spPr>
          <a:xfrm>
            <a:off x="457200" y="2560575"/>
            <a:ext cx="3657600" cy="2562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110000"/>
              <a:buFont typeface="Arial"/>
              <a:buNone/>
            </a:pPr>
            <a:r>
              <a:rPr lang="en"/>
              <a:t>Test Activities</a:t>
            </a:r>
            <a:endParaRPr/>
          </a:p>
          <a:p>
            <a:pPr indent="0" lvl="0" marL="0" rtl="0" algn="l">
              <a:spcBef>
                <a:spcPts val="0"/>
              </a:spcBef>
              <a:spcAft>
                <a:spcPts val="0"/>
              </a:spcAft>
              <a:buNone/>
            </a:pPr>
            <a:r>
              <a:t/>
            </a:r>
            <a:endParaRPr/>
          </a:p>
        </p:txBody>
      </p:sp>
      <p:sp>
        <p:nvSpPr>
          <p:cNvPr id="158" name="Google Shape;158;p22"/>
          <p:cNvSpPr txBox="1"/>
          <p:nvPr>
            <p:ph idx="6" type="body"/>
          </p:nvPr>
        </p:nvSpPr>
        <p:spPr>
          <a:xfrm>
            <a:off x="457200" y="2843125"/>
            <a:ext cx="3657600" cy="1462500"/>
          </a:xfrm>
          <a:prstGeom prst="rect">
            <a:avLst/>
          </a:prstGeom>
        </p:spPr>
        <p:txBody>
          <a:bodyPr anchorCtr="0" anchor="t" bIns="0" lIns="0" spcFirstLastPara="1" rIns="0" wrap="square" tIns="0">
            <a:normAutofit lnSpcReduction="20000"/>
          </a:bodyPr>
          <a:lstStyle/>
          <a:p>
            <a:pPr indent="-292100" lvl="0" marL="457200" rtl="0" algn="l">
              <a:spcBef>
                <a:spcPts val="0"/>
              </a:spcBef>
              <a:spcAft>
                <a:spcPts val="0"/>
              </a:spcAft>
              <a:buSzPts val="1000"/>
              <a:buChar char="●"/>
            </a:pPr>
            <a:r>
              <a:rPr b="1" lang="en" sz="1000"/>
              <a:t>Test planning: </a:t>
            </a:r>
            <a:r>
              <a:rPr lang="en" sz="1000"/>
              <a:t>Defining objectives and areas to be test</a:t>
            </a:r>
            <a:endParaRPr sz="1000"/>
          </a:p>
          <a:p>
            <a:pPr indent="-292100" lvl="0" marL="457200" rtl="0" algn="l">
              <a:spcBef>
                <a:spcPts val="0"/>
              </a:spcBef>
              <a:spcAft>
                <a:spcPts val="0"/>
              </a:spcAft>
              <a:buSzPts val="1000"/>
              <a:buChar char="●"/>
            </a:pPr>
            <a:r>
              <a:rPr b="1" lang="en" sz="1000"/>
              <a:t>Test analysis: </a:t>
            </a:r>
            <a:r>
              <a:rPr lang="en" sz="1000"/>
              <a:t>Going through documents, discussions and groomings. In this phase also test scenarios can be created and defined which automation framework can be used for which scenarios</a:t>
            </a:r>
            <a:endParaRPr sz="1600"/>
          </a:p>
          <a:p>
            <a:pPr indent="-292100" lvl="0" marL="457200" rtl="0" algn="l">
              <a:spcBef>
                <a:spcPts val="0"/>
              </a:spcBef>
              <a:spcAft>
                <a:spcPts val="0"/>
              </a:spcAft>
              <a:buSzPts val="1000"/>
              <a:buChar char="●"/>
            </a:pPr>
            <a:r>
              <a:rPr b="1" lang="en" sz="1000"/>
              <a:t>Test implementation: </a:t>
            </a:r>
            <a:r>
              <a:rPr lang="en" sz="1000"/>
              <a:t>Executing the planned test scenarios. Also bugs, improvement tickets would be created during this process.</a:t>
            </a:r>
            <a:endParaRPr sz="1000"/>
          </a:p>
          <a:p>
            <a:pPr indent="-292100" lvl="0" marL="457200" rtl="0" algn="l">
              <a:spcBef>
                <a:spcPts val="0"/>
              </a:spcBef>
              <a:spcAft>
                <a:spcPts val="0"/>
              </a:spcAft>
              <a:buSzPts val="1000"/>
              <a:buChar char="●"/>
            </a:pPr>
            <a:r>
              <a:rPr b="1" lang="en" sz="1000"/>
              <a:t>Reporting: </a:t>
            </a:r>
            <a:r>
              <a:rPr lang="en" sz="1000"/>
              <a:t>Aligning with product and development team about the result of execution</a:t>
            </a:r>
            <a:endParaRPr sz="1000"/>
          </a:p>
        </p:txBody>
      </p:sp>
      <p:pic>
        <p:nvPicPr>
          <p:cNvPr id="159" name="Google Shape;159;p22" title="Screenshot 2025-12-01 at 13.39.45.png"/>
          <p:cNvPicPr preferRelativeResize="0"/>
          <p:nvPr/>
        </p:nvPicPr>
        <p:blipFill>
          <a:blip r:embed="rId4">
            <a:alphaModFix/>
          </a:blip>
          <a:stretch>
            <a:fillRect/>
          </a:stretch>
        </p:blipFill>
        <p:spPr>
          <a:xfrm>
            <a:off x="5867400" y="152400"/>
            <a:ext cx="2543700" cy="46784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457200" y="256025"/>
            <a:ext cx="7315200" cy="461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Testing Through the SDLC</a:t>
            </a:r>
            <a:endParaRPr/>
          </a:p>
          <a:p>
            <a:pPr indent="0" lvl="0" marL="0" rtl="0" algn="l">
              <a:spcBef>
                <a:spcPts val="0"/>
              </a:spcBef>
              <a:spcAft>
                <a:spcPts val="0"/>
              </a:spcAft>
              <a:buNone/>
            </a:pPr>
            <a:r>
              <a:t/>
            </a:r>
            <a:endParaRPr/>
          </a:p>
        </p:txBody>
      </p:sp>
      <p:sp>
        <p:nvSpPr>
          <p:cNvPr id="165" name="Google Shape;165;p23"/>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6" name="Google Shape;166;p23"/>
          <p:cNvSpPr txBox="1"/>
          <p:nvPr>
            <p:ph idx="2" type="body"/>
          </p:nvPr>
        </p:nvSpPr>
        <p:spPr>
          <a:xfrm>
            <a:off x="2743200" y="1280150"/>
            <a:ext cx="5342400" cy="768000"/>
          </a:xfrm>
          <a:prstGeom prst="rect">
            <a:avLst/>
          </a:prstGeom>
        </p:spPr>
        <p:txBody>
          <a:bodyPr anchorCtr="0" anchor="t" bIns="0" lIns="0" spcFirstLastPara="1" rIns="0" wrap="square" tIns="0">
            <a:normAutofit/>
          </a:bodyPr>
          <a:lstStyle/>
          <a:p>
            <a:pPr indent="-298450" lvl="0" marL="457200" rtl="0" algn="l">
              <a:spcBef>
                <a:spcPts val="0"/>
              </a:spcBef>
              <a:spcAft>
                <a:spcPts val="0"/>
              </a:spcAft>
              <a:buSzPts val="1100"/>
              <a:buChar char="●"/>
            </a:pPr>
            <a:r>
              <a:rPr b="1" lang="en" sz="1100"/>
              <a:t>Agile: </a:t>
            </a:r>
            <a:r>
              <a:rPr lang="en" sz="1100"/>
              <a:t>The modal which is more based on iterations and results which helps to make decisions</a:t>
            </a:r>
            <a:endParaRPr sz="1100"/>
          </a:p>
          <a:p>
            <a:pPr indent="-298450" lvl="0" marL="457200" rtl="0" algn="l">
              <a:spcBef>
                <a:spcPts val="0"/>
              </a:spcBef>
              <a:spcAft>
                <a:spcPts val="0"/>
              </a:spcAft>
              <a:buSzPts val="1100"/>
              <a:buChar char="●"/>
            </a:pPr>
            <a:r>
              <a:rPr b="1" lang="en" sz="1100"/>
              <a:t>Waterfall: </a:t>
            </a:r>
            <a:r>
              <a:rPr lang="en" sz="1100"/>
              <a:t>The modal which has predefined all the business cases and possible scenarios before development starts</a:t>
            </a:r>
            <a:endParaRPr sz="1100"/>
          </a:p>
        </p:txBody>
      </p:sp>
      <p:sp>
        <p:nvSpPr>
          <p:cNvPr id="167" name="Google Shape;167;p23"/>
          <p:cNvSpPr txBox="1"/>
          <p:nvPr>
            <p:ph idx="3" type="title"/>
          </p:nvPr>
        </p:nvSpPr>
        <p:spPr>
          <a:xfrm>
            <a:off x="457200" y="1280150"/>
            <a:ext cx="914400" cy="51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Aligning SDLC Models </a:t>
            </a:r>
            <a:endParaRPr/>
          </a:p>
        </p:txBody>
      </p:sp>
      <p:sp>
        <p:nvSpPr>
          <p:cNvPr id="168" name="Google Shape;168;p23"/>
          <p:cNvSpPr txBox="1"/>
          <p:nvPr>
            <p:ph idx="7" type="title"/>
          </p:nvPr>
        </p:nvSpPr>
        <p:spPr>
          <a:xfrm>
            <a:off x="457200" y="2338925"/>
            <a:ext cx="1116000" cy="5121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TDD (Test Driven Development)</a:t>
            </a:r>
            <a:endParaRPr/>
          </a:p>
          <a:p>
            <a:pPr indent="0" lvl="0" marL="0" rtl="0" algn="l">
              <a:spcBef>
                <a:spcPts val="0"/>
              </a:spcBef>
              <a:spcAft>
                <a:spcPts val="0"/>
              </a:spcAft>
              <a:buNone/>
            </a:pPr>
            <a:r>
              <a:t/>
            </a:r>
            <a:endParaRPr/>
          </a:p>
        </p:txBody>
      </p:sp>
      <p:sp>
        <p:nvSpPr>
          <p:cNvPr id="169" name="Google Shape;169;p23"/>
          <p:cNvSpPr txBox="1"/>
          <p:nvPr>
            <p:ph idx="13" type="title"/>
          </p:nvPr>
        </p:nvSpPr>
        <p:spPr>
          <a:xfrm>
            <a:off x="457200" y="3328425"/>
            <a:ext cx="1116000" cy="76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ATDD (Acceptance Test-Driven Development)</a:t>
            </a:r>
            <a:endParaRPr/>
          </a:p>
        </p:txBody>
      </p:sp>
      <p:sp>
        <p:nvSpPr>
          <p:cNvPr id="170" name="Google Shape;170;p23"/>
          <p:cNvSpPr txBox="1"/>
          <p:nvPr>
            <p:ph idx="6" type="body"/>
          </p:nvPr>
        </p:nvSpPr>
        <p:spPr>
          <a:xfrm>
            <a:off x="2743200" y="2338925"/>
            <a:ext cx="2811300" cy="7680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sz="1100"/>
              <a:t>Test based development life cycle. Test automations, unit tests are written first then actual development starts</a:t>
            </a:r>
            <a:endParaRPr sz="1100"/>
          </a:p>
        </p:txBody>
      </p:sp>
      <p:sp>
        <p:nvSpPr>
          <p:cNvPr id="171" name="Google Shape;171;p23"/>
          <p:cNvSpPr txBox="1"/>
          <p:nvPr>
            <p:ph idx="9" type="body"/>
          </p:nvPr>
        </p:nvSpPr>
        <p:spPr>
          <a:xfrm>
            <a:off x="2743200" y="3328425"/>
            <a:ext cx="2811300" cy="768000"/>
          </a:xfrm>
          <a:prstGeom prst="rect">
            <a:avLst/>
          </a:prstGeom>
        </p:spPr>
        <p:txBody>
          <a:bodyPr anchorCtr="0" anchor="t" bIns="0" lIns="0" spcFirstLastPara="1" rIns="0" wrap="square" tIns="0">
            <a:normAutofit fontScale="92500" lnSpcReduction="20000"/>
          </a:bodyPr>
          <a:lstStyle/>
          <a:p>
            <a:pPr indent="0" lvl="0" marL="0" rtl="0" algn="l">
              <a:spcBef>
                <a:spcPts val="0"/>
              </a:spcBef>
              <a:spcAft>
                <a:spcPts val="1200"/>
              </a:spcAft>
              <a:buNone/>
            </a:pPr>
            <a:r>
              <a:rPr lang="en" sz="1100"/>
              <a:t>A collaboration-based test-first approach, tests and scopes created during grooming, but most of main executable test codes will be provide after actual development finish. Tests are derived from the acceptance criteria of user stories. </a:t>
            </a:r>
            <a:endParaRPr sz="1100"/>
          </a:p>
        </p:txBody>
      </p:sp>
      <p:sp>
        <p:nvSpPr>
          <p:cNvPr id="172" name="Google Shape;172;p23"/>
          <p:cNvSpPr txBox="1"/>
          <p:nvPr>
            <p:ph idx="6" type="body"/>
          </p:nvPr>
        </p:nvSpPr>
        <p:spPr>
          <a:xfrm>
            <a:off x="5822100" y="2304350"/>
            <a:ext cx="2811300" cy="76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100"/>
              <a:t>Pros: </a:t>
            </a:r>
            <a:r>
              <a:rPr lang="en" sz="1100"/>
              <a:t>Better code quality – Easier to </a:t>
            </a:r>
            <a:r>
              <a:rPr lang="en" sz="1100"/>
              <a:t>debug</a:t>
            </a:r>
            <a:r>
              <a:rPr lang="en" sz="1100"/>
              <a:t> </a:t>
            </a:r>
            <a:endParaRPr sz="1100"/>
          </a:p>
          <a:p>
            <a:pPr indent="0" lvl="0" marL="0" rtl="0" algn="l">
              <a:spcBef>
                <a:spcPts val="1200"/>
              </a:spcBef>
              <a:spcAft>
                <a:spcPts val="0"/>
              </a:spcAft>
              <a:buNone/>
            </a:pPr>
            <a:r>
              <a:rPr b="1" lang="en" sz="1100"/>
              <a:t>Cons: </a:t>
            </a:r>
            <a:r>
              <a:rPr lang="en" sz="1100"/>
              <a:t>Time management – Limited unit tests</a:t>
            </a:r>
            <a:endParaRPr sz="1100"/>
          </a:p>
          <a:p>
            <a:pPr indent="0" lvl="0" marL="0" rtl="0" algn="l">
              <a:spcBef>
                <a:spcPts val="1200"/>
              </a:spcBef>
              <a:spcAft>
                <a:spcPts val="1200"/>
              </a:spcAft>
              <a:buNone/>
            </a:pPr>
            <a:r>
              <a:t/>
            </a:r>
            <a:endParaRPr b="1" sz="1100"/>
          </a:p>
        </p:txBody>
      </p:sp>
      <p:sp>
        <p:nvSpPr>
          <p:cNvPr id="173" name="Google Shape;173;p23"/>
          <p:cNvSpPr txBox="1"/>
          <p:nvPr>
            <p:ph idx="6" type="body"/>
          </p:nvPr>
        </p:nvSpPr>
        <p:spPr>
          <a:xfrm>
            <a:off x="5822100" y="3328425"/>
            <a:ext cx="2811300" cy="98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100"/>
              <a:t>Pros: </a:t>
            </a:r>
            <a:r>
              <a:rPr lang="en" sz="1100"/>
              <a:t>Clear acceptance criterias – More </a:t>
            </a:r>
            <a:r>
              <a:rPr lang="en" sz="1100"/>
              <a:t>alignment</a:t>
            </a:r>
            <a:r>
              <a:rPr lang="en" sz="1100"/>
              <a:t> on businesses, devs, QAs, </a:t>
            </a:r>
            <a:r>
              <a:rPr lang="en" sz="1100"/>
              <a:t>product</a:t>
            </a:r>
            <a:endParaRPr sz="1100"/>
          </a:p>
          <a:p>
            <a:pPr indent="0" lvl="0" marL="0" rtl="0" algn="l">
              <a:spcBef>
                <a:spcPts val="1200"/>
              </a:spcBef>
              <a:spcAft>
                <a:spcPts val="1200"/>
              </a:spcAft>
              <a:buNone/>
            </a:pPr>
            <a:r>
              <a:rPr b="1" lang="en" sz="1100"/>
              <a:t>Cons:</a:t>
            </a:r>
            <a:r>
              <a:rPr lang="en" sz="1100"/>
              <a:t> Challenging requirements – Need good colabilariation</a:t>
            </a:r>
            <a:endParaRPr sz="1100"/>
          </a:p>
        </p:txBody>
      </p:sp>
      <p:sp>
        <p:nvSpPr>
          <p:cNvPr id="174" name="Google Shape;174;p23"/>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en"/>
              <a:t>ISTQB Foundation </a:t>
            </a:r>
            <a:r>
              <a:rPr lang="en"/>
              <a:t>| </a:t>
            </a:r>
            <a:r>
              <a:rPr lang="en"/>
              <a:t>Testing Through the SDLC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24"/>
          <p:cNvSpPr txBox="1"/>
          <p:nvPr>
            <p:ph idx="4" type="title"/>
          </p:nvPr>
        </p:nvSpPr>
        <p:spPr>
          <a:xfrm>
            <a:off x="457200" y="256025"/>
            <a:ext cx="3898500" cy="76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Static/Dynamic Testing</a:t>
            </a:r>
            <a:endParaRPr/>
          </a:p>
        </p:txBody>
      </p:sp>
      <p:sp>
        <p:nvSpPr>
          <p:cNvPr id="180" name="Google Shape;180;p24"/>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1" name="Google Shape;181;p24"/>
          <p:cNvPicPr preferRelativeResize="0"/>
          <p:nvPr/>
        </p:nvPicPr>
        <p:blipFill rotWithShape="1">
          <a:blip r:embed="rId3">
            <a:alphaModFix/>
          </a:blip>
          <a:srcRect b="9" l="0" r="0" t="9"/>
          <a:stretch/>
        </p:blipFill>
        <p:spPr>
          <a:xfrm>
            <a:off x="8411100" y="4806209"/>
            <a:ext cx="475488" cy="91440"/>
          </a:xfrm>
          <a:prstGeom prst="rect">
            <a:avLst/>
          </a:prstGeom>
          <a:noFill/>
          <a:ln>
            <a:noFill/>
          </a:ln>
        </p:spPr>
      </p:pic>
      <p:sp>
        <p:nvSpPr>
          <p:cNvPr id="182" name="Google Shape;182;p24"/>
          <p:cNvSpPr txBox="1"/>
          <p:nvPr>
            <p:ph type="title"/>
          </p:nvPr>
        </p:nvSpPr>
        <p:spPr>
          <a:xfrm>
            <a:off x="457200" y="1536200"/>
            <a:ext cx="2286000" cy="256200"/>
          </a:xfrm>
          <a:prstGeom prst="rect">
            <a:avLst/>
          </a:prstGeom>
        </p:spPr>
        <p:txBody>
          <a:bodyPr anchorCtr="0" anchor="t" bIns="0" lIns="0" spcFirstLastPara="1" rIns="0" wrap="square" tIns="0">
            <a:normAutofit/>
          </a:bodyPr>
          <a:lstStyle/>
          <a:p>
            <a:pPr indent="0" lvl="0" marL="0" rtl="0" algn="l">
              <a:lnSpc>
                <a:spcPct val="100000"/>
              </a:lnSpc>
              <a:spcBef>
                <a:spcPts val="0"/>
              </a:spcBef>
              <a:spcAft>
                <a:spcPts val="0"/>
              </a:spcAft>
              <a:buNone/>
            </a:pPr>
            <a:r>
              <a:rPr lang="en">
                <a:solidFill>
                  <a:schemeClr val="dk1"/>
                </a:solidFill>
              </a:rPr>
              <a:t>Static Testing</a:t>
            </a:r>
            <a:endParaRPr/>
          </a:p>
        </p:txBody>
      </p:sp>
      <p:sp>
        <p:nvSpPr>
          <p:cNvPr id="183" name="Google Shape;183;p24"/>
          <p:cNvSpPr txBox="1"/>
          <p:nvPr>
            <p:ph idx="3" type="body"/>
          </p:nvPr>
        </p:nvSpPr>
        <p:spPr>
          <a:xfrm>
            <a:off x="457200" y="1818750"/>
            <a:ext cx="3898500" cy="7416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sz="1100">
                <a:solidFill>
                  <a:schemeClr val="dk1"/>
                </a:solidFill>
              </a:rPr>
              <a:t>Testing</a:t>
            </a:r>
            <a:r>
              <a:rPr lang="en" sz="1100">
                <a:solidFill>
                  <a:schemeClr val="dk1"/>
                </a:solidFill>
              </a:rPr>
              <a:t> effort that performs without executing any testing or coding. This is for defining possible breakpoints, risky areas. This will perform </a:t>
            </a:r>
            <a:r>
              <a:rPr lang="en" sz="1100">
                <a:solidFill>
                  <a:schemeClr val="dk1"/>
                </a:solidFill>
              </a:rPr>
              <a:t>early</a:t>
            </a:r>
            <a:r>
              <a:rPr lang="en" sz="1100">
                <a:solidFill>
                  <a:schemeClr val="dk1"/>
                </a:solidFill>
              </a:rPr>
              <a:t> stage of development.</a:t>
            </a:r>
            <a:endParaRPr sz="1100"/>
          </a:p>
        </p:txBody>
      </p:sp>
      <p:sp>
        <p:nvSpPr>
          <p:cNvPr id="184" name="Google Shape;184;p24"/>
          <p:cNvSpPr txBox="1"/>
          <p:nvPr>
            <p:ph idx="5" type="title"/>
          </p:nvPr>
        </p:nvSpPr>
        <p:spPr>
          <a:xfrm>
            <a:off x="457200" y="2816550"/>
            <a:ext cx="2286000" cy="256200"/>
          </a:xfrm>
          <a:prstGeom prst="rect">
            <a:avLst/>
          </a:prstGeom>
        </p:spPr>
        <p:txBody>
          <a:bodyPr anchorCtr="0" anchor="t" bIns="0" lIns="0" spcFirstLastPara="1" rIns="0" wrap="square" tIns="0">
            <a:normAutofit/>
          </a:bodyPr>
          <a:lstStyle/>
          <a:p>
            <a:pPr indent="0" lvl="0" marL="0" rtl="0" algn="l">
              <a:lnSpc>
                <a:spcPct val="100000"/>
              </a:lnSpc>
              <a:spcBef>
                <a:spcPts val="0"/>
              </a:spcBef>
              <a:spcAft>
                <a:spcPts val="0"/>
              </a:spcAft>
              <a:buNone/>
            </a:pPr>
            <a:r>
              <a:rPr lang="en">
                <a:solidFill>
                  <a:schemeClr val="dk1"/>
                </a:solidFill>
              </a:rPr>
              <a:t>Dynamic Testing</a:t>
            </a:r>
            <a:endParaRPr/>
          </a:p>
        </p:txBody>
      </p:sp>
      <p:sp>
        <p:nvSpPr>
          <p:cNvPr id="185" name="Google Shape;185;p24"/>
          <p:cNvSpPr txBox="1"/>
          <p:nvPr>
            <p:ph idx="6" type="body"/>
          </p:nvPr>
        </p:nvSpPr>
        <p:spPr>
          <a:xfrm>
            <a:off x="457200" y="3099100"/>
            <a:ext cx="3898500" cy="741600"/>
          </a:xfrm>
          <a:prstGeom prst="rect">
            <a:avLst/>
          </a:prstGeom>
        </p:spPr>
        <p:txBody>
          <a:bodyPr anchorCtr="0" anchor="t" bIns="0" lIns="0" spcFirstLastPara="1" rIns="0" wrap="square" tIns="0">
            <a:normAutofit lnSpcReduction="10000"/>
          </a:bodyPr>
          <a:lstStyle/>
          <a:p>
            <a:pPr indent="0" lvl="0" marL="0" rtl="0" algn="l">
              <a:spcBef>
                <a:spcPts val="0"/>
              </a:spcBef>
              <a:spcAft>
                <a:spcPts val="1200"/>
              </a:spcAft>
              <a:buClr>
                <a:schemeClr val="dk1"/>
              </a:buClr>
              <a:buSzPts val="1100"/>
              <a:buFont typeface="Arial"/>
              <a:buNone/>
            </a:pPr>
            <a:r>
              <a:rPr lang="en" sz="1100">
                <a:solidFill>
                  <a:schemeClr val="dk1"/>
                </a:solidFill>
              </a:rPr>
              <a:t>Testing effort that performs and execute test scenarios automations, defines bug based on results. More costly than static testing because defects can be only found after its developed. </a:t>
            </a:r>
            <a:endParaRPr/>
          </a:p>
        </p:txBody>
      </p:sp>
      <p:pic>
        <p:nvPicPr>
          <p:cNvPr id="186" name="Google Shape;186;p24"/>
          <p:cNvPicPr preferRelativeResize="0"/>
          <p:nvPr/>
        </p:nvPicPr>
        <p:blipFill rotWithShape="1">
          <a:blip r:embed="rId3">
            <a:alphaModFix/>
          </a:blip>
          <a:srcRect b="9" l="0" r="0" t="9"/>
          <a:stretch/>
        </p:blipFill>
        <p:spPr>
          <a:xfrm>
            <a:off x="8411100" y="4806209"/>
            <a:ext cx="475488" cy="91440"/>
          </a:xfrm>
          <a:prstGeom prst="rect">
            <a:avLst/>
          </a:prstGeom>
          <a:noFill/>
          <a:ln>
            <a:noFill/>
          </a:ln>
        </p:spPr>
      </p:pic>
      <p:pic>
        <p:nvPicPr>
          <p:cNvPr id="187" name="Google Shape;187;p24" title="1693336843560.jpeg"/>
          <p:cNvPicPr preferRelativeResize="0"/>
          <p:nvPr/>
        </p:nvPicPr>
        <p:blipFill>
          <a:blip r:embed="rId4">
            <a:alphaModFix/>
          </a:blip>
          <a:stretch>
            <a:fillRect/>
          </a:stretch>
        </p:blipFill>
        <p:spPr>
          <a:xfrm>
            <a:off x="4508100" y="152400"/>
            <a:ext cx="4483499" cy="4483499"/>
          </a:xfrm>
          <a:prstGeom prst="rect">
            <a:avLst/>
          </a:prstGeom>
          <a:noFill/>
          <a:ln>
            <a:noFill/>
          </a:ln>
        </p:spPr>
      </p:pic>
      <p:sp>
        <p:nvSpPr>
          <p:cNvPr id="188" name="Google Shape;188;p24"/>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en"/>
              <a:t>ISTQB Foundation </a:t>
            </a:r>
            <a:r>
              <a:rPr lang="en"/>
              <a:t>| </a:t>
            </a:r>
            <a:r>
              <a:rPr lang="en"/>
              <a:t>Static/Dynamic Testing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p25"/>
          <p:cNvSpPr txBox="1"/>
          <p:nvPr>
            <p:ph idx="4" type="title"/>
          </p:nvPr>
        </p:nvSpPr>
        <p:spPr>
          <a:xfrm>
            <a:off x="457200" y="256025"/>
            <a:ext cx="3657600" cy="76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Test Techniques</a:t>
            </a:r>
            <a:endParaRPr/>
          </a:p>
        </p:txBody>
      </p:sp>
      <p:sp>
        <p:nvSpPr>
          <p:cNvPr id="194" name="Google Shape;194;p25"/>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5" name="Google Shape;195;p25"/>
          <p:cNvPicPr preferRelativeResize="0"/>
          <p:nvPr/>
        </p:nvPicPr>
        <p:blipFill rotWithShape="1">
          <a:blip r:embed="rId3">
            <a:alphaModFix/>
          </a:blip>
          <a:srcRect b="9" l="0" r="0" t="9"/>
          <a:stretch/>
        </p:blipFill>
        <p:spPr>
          <a:xfrm>
            <a:off x="8411100" y="4806209"/>
            <a:ext cx="475488" cy="91440"/>
          </a:xfrm>
          <a:prstGeom prst="rect">
            <a:avLst/>
          </a:prstGeom>
          <a:noFill/>
          <a:ln>
            <a:noFill/>
          </a:ln>
        </p:spPr>
      </p:pic>
      <p:pic>
        <p:nvPicPr>
          <p:cNvPr id="196" name="Google Shape;196;p25"/>
          <p:cNvPicPr preferRelativeResize="0"/>
          <p:nvPr/>
        </p:nvPicPr>
        <p:blipFill rotWithShape="1">
          <a:blip r:embed="rId3">
            <a:alphaModFix/>
          </a:blip>
          <a:srcRect b="9" l="0" r="0" t="9"/>
          <a:stretch/>
        </p:blipFill>
        <p:spPr>
          <a:xfrm>
            <a:off x="8411100" y="4806209"/>
            <a:ext cx="475488" cy="91440"/>
          </a:xfrm>
          <a:prstGeom prst="rect">
            <a:avLst/>
          </a:prstGeom>
          <a:noFill/>
          <a:ln>
            <a:noFill/>
          </a:ln>
        </p:spPr>
      </p:pic>
      <p:sp>
        <p:nvSpPr>
          <p:cNvPr id="197" name="Google Shape;197;p25"/>
          <p:cNvSpPr txBox="1"/>
          <p:nvPr>
            <p:ph type="title"/>
          </p:nvPr>
        </p:nvSpPr>
        <p:spPr>
          <a:xfrm>
            <a:off x="457200" y="820025"/>
            <a:ext cx="3657600" cy="256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1200"/>
              <a:t>Black Box Testing</a:t>
            </a:r>
            <a:endParaRPr sz="1200"/>
          </a:p>
        </p:txBody>
      </p:sp>
      <p:sp>
        <p:nvSpPr>
          <p:cNvPr id="198" name="Google Shape;198;p25"/>
          <p:cNvSpPr txBox="1"/>
          <p:nvPr>
            <p:ph idx="3" type="body"/>
          </p:nvPr>
        </p:nvSpPr>
        <p:spPr>
          <a:xfrm>
            <a:off x="457200" y="1209700"/>
            <a:ext cx="4872600" cy="154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Testing the functionality without checking internal structure. This testing will be focusing on input/output relation but would not consider ‘how’? </a:t>
            </a:r>
            <a:endParaRPr sz="1000"/>
          </a:p>
          <a:p>
            <a:pPr indent="-292100" lvl="0" marL="457200" rtl="0" algn="l">
              <a:spcBef>
                <a:spcPts val="1200"/>
              </a:spcBef>
              <a:spcAft>
                <a:spcPts val="0"/>
              </a:spcAft>
              <a:buSzPts val="1000"/>
              <a:buChar char="●"/>
            </a:pPr>
            <a:r>
              <a:rPr b="1" lang="en" sz="1000"/>
              <a:t>Equivalence Partitioning </a:t>
            </a:r>
            <a:endParaRPr b="1" sz="1000"/>
          </a:p>
          <a:p>
            <a:pPr indent="-292100" lvl="0" marL="457200" rtl="0" algn="l">
              <a:spcBef>
                <a:spcPts val="0"/>
              </a:spcBef>
              <a:spcAft>
                <a:spcPts val="0"/>
              </a:spcAft>
              <a:buSzPts val="1000"/>
              <a:buChar char="●"/>
            </a:pPr>
            <a:r>
              <a:rPr b="1" lang="en" sz="1000"/>
              <a:t>Boundary Value Analysis </a:t>
            </a:r>
            <a:endParaRPr b="1" sz="1000"/>
          </a:p>
          <a:p>
            <a:pPr indent="-292100" lvl="0" marL="457200" rtl="0" algn="l">
              <a:spcBef>
                <a:spcPts val="0"/>
              </a:spcBef>
              <a:spcAft>
                <a:spcPts val="0"/>
              </a:spcAft>
              <a:buSzPts val="1000"/>
              <a:buChar char="●"/>
            </a:pPr>
            <a:r>
              <a:rPr b="1" lang="en" sz="1000"/>
              <a:t>Decision Table Testing</a:t>
            </a:r>
            <a:endParaRPr b="1" sz="1000"/>
          </a:p>
          <a:p>
            <a:pPr indent="-292100" lvl="0" marL="457200" rtl="0" algn="l">
              <a:spcBef>
                <a:spcPts val="0"/>
              </a:spcBef>
              <a:spcAft>
                <a:spcPts val="0"/>
              </a:spcAft>
              <a:buSzPts val="1000"/>
              <a:buChar char="●"/>
            </a:pPr>
            <a:r>
              <a:rPr b="1" lang="en" sz="1000"/>
              <a:t>State Transition Testing</a:t>
            </a:r>
            <a:endParaRPr b="1" sz="1000"/>
          </a:p>
          <a:p>
            <a:pPr indent="-292100" lvl="0" marL="457200" rtl="0" algn="l">
              <a:spcBef>
                <a:spcPts val="0"/>
              </a:spcBef>
              <a:spcAft>
                <a:spcPts val="0"/>
              </a:spcAft>
              <a:buSzPts val="1000"/>
              <a:buChar char="●"/>
            </a:pPr>
            <a:r>
              <a:rPr b="1" lang="en" sz="1000"/>
              <a:t> Use Case Testing</a:t>
            </a:r>
            <a:endParaRPr b="1" sz="1000"/>
          </a:p>
          <a:p>
            <a:pPr indent="0" lvl="0" marL="0" rtl="0" algn="l">
              <a:spcBef>
                <a:spcPts val="1200"/>
              </a:spcBef>
              <a:spcAft>
                <a:spcPts val="1200"/>
              </a:spcAft>
              <a:buNone/>
            </a:pPr>
            <a:r>
              <a:t/>
            </a:r>
            <a:endParaRPr b="1" sz="1000"/>
          </a:p>
        </p:txBody>
      </p:sp>
      <p:sp>
        <p:nvSpPr>
          <p:cNvPr id="199" name="Google Shape;199;p25"/>
          <p:cNvSpPr txBox="1"/>
          <p:nvPr>
            <p:ph idx="5" type="title"/>
          </p:nvPr>
        </p:nvSpPr>
        <p:spPr>
          <a:xfrm>
            <a:off x="457200" y="2883975"/>
            <a:ext cx="3657600" cy="256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200"/>
              <a:t>White Box Testing</a:t>
            </a:r>
            <a:endParaRPr sz="1200"/>
          </a:p>
          <a:p>
            <a:pPr indent="0" lvl="0" marL="0" rtl="0" algn="l">
              <a:spcBef>
                <a:spcPts val="0"/>
              </a:spcBef>
              <a:spcAft>
                <a:spcPts val="0"/>
              </a:spcAft>
              <a:buNone/>
            </a:pPr>
            <a:r>
              <a:t/>
            </a:r>
            <a:endParaRPr sz="1200"/>
          </a:p>
        </p:txBody>
      </p:sp>
      <p:sp>
        <p:nvSpPr>
          <p:cNvPr id="200" name="Google Shape;200;p25"/>
          <p:cNvSpPr txBox="1"/>
          <p:nvPr>
            <p:ph idx="6" type="body"/>
          </p:nvPr>
        </p:nvSpPr>
        <p:spPr>
          <a:xfrm>
            <a:off x="457200" y="3268600"/>
            <a:ext cx="3657600" cy="10806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1100"/>
              <a:t>"S</a:t>
            </a:r>
            <a:r>
              <a:rPr lang="en" sz="1100"/>
              <a:t>tructure-based" testing that are testing the product from internal software, not just its external behavior. </a:t>
            </a:r>
            <a:endParaRPr sz="1100"/>
          </a:p>
          <a:p>
            <a:pPr indent="-292100" lvl="0" marL="457200" rtl="0" algn="l">
              <a:spcBef>
                <a:spcPts val="1200"/>
              </a:spcBef>
              <a:spcAft>
                <a:spcPts val="0"/>
              </a:spcAft>
              <a:buSzPts val="1000"/>
              <a:buChar char="●"/>
            </a:pPr>
            <a:r>
              <a:rPr b="1" lang="en" sz="1000"/>
              <a:t>Statement Coverage</a:t>
            </a:r>
            <a:endParaRPr sz="1000"/>
          </a:p>
          <a:p>
            <a:pPr indent="-292100" lvl="0" marL="457200" rtl="0" algn="l">
              <a:spcBef>
                <a:spcPts val="0"/>
              </a:spcBef>
              <a:spcAft>
                <a:spcPts val="0"/>
              </a:spcAft>
              <a:buSzPts val="1000"/>
              <a:buChar char="●"/>
            </a:pPr>
            <a:r>
              <a:rPr b="1" lang="en" sz="1000"/>
              <a:t>Branch Coverage</a:t>
            </a:r>
            <a:endParaRPr b="1" sz="1000"/>
          </a:p>
          <a:p>
            <a:pPr indent="-292100" lvl="0" marL="457200" rtl="0" algn="l">
              <a:spcBef>
                <a:spcPts val="0"/>
              </a:spcBef>
              <a:spcAft>
                <a:spcPts val="0"/>
              </a:spcAft>
              <a:buSzPts val="1000"/>
              <a:buChar char="●"/>
            </a:pPr>
            <a:r>
              <a:rPr b="1" lang="en" sz="1000"/>
              <a:t>Path Coverage</a:t>
            </a:r>
            <a:endParaRPr sz="1100"/>
          </a:p>
        </p:txBody>
      </p:sp>
      <p:pic>
        <p:nvPicPr>
          <p:cNvPr descr="create vertical rectangle picture or graph for black box white box testing slide" id="201" name="Google Shape;201;p25"/>
          <p:cNvPicPr preferRelativeResize="0"/>
          <p:nvPr/>
        </p:nvPicPr>
        <p:blipFill>
          <a:blip r:embed="rId4">
            <a:alphaModFix/>
          </a:blip>
          <a:stretch>
            <a:fillRect/>
          </a:stretch>
        </p:blipFill>
        <p:spPr>
          <a:xfrm>
            <a:off x="5524900" y="152938"/>
            <a:ext cx="3246216" cy="4837622"/>
          </a:xfrm>
          <a:prstGeom prst="rect">
            <a:avLst/>
          </a:prstGeom>
          <a:noFill/>
          <a:ln>
            <a:noFill/>
          </a:ln>
        </p:spPr>
      </p:pic>
      <p:sp>
        <p:nvSpPr>
          <p:cNvPr id="202" name="Google Shape;202;p25"/>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en"/>
              <a:t>ISTQB Foundation </a:t>
            </a:r>
            <a:r>
              <a:rPr lang="en"/>
              <a:t>| </a:t>
            </a:r>
            <a:r>
              <a:rPr lang="en"/>
              <a:t>Test Techniques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457200" y="256025"/>
            <a:ext cx="5014500" cy="622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Test Management</a:t>
            </a:r>
            <a:endParaRPr/>
          </a:p>
          <a:p>
            <a:pPr indent="0" lvl="0" marL="0" rtl="0" algn="l">
              <a:spcBef>
                <a:spcPts val="0"/>
              </a:spcBef>
              <a:spcAft>
                <a:spcPts val="0"/>
              </a:spcAft>
              <a:buNone/>
            </a:pPr>
            <a:r>
              <a:t/>
            </a:r>
            <a:endParaRPr/>
          </a:p>
        </p:txBody>
      </p:sp>
      <p:sp>
        <p:nvSpPr>
          <p:cNvPr id="208" name="Google Shape;208;p26"/>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26"/>
          <p:cNvSpPr txBox="1"/>
          <p:nvPr>
            <p:ph idx="2" type="body"/>
          </p:nvPr>
        </p:nvSpPr>
        <p:spPr>
          <a:xfrm>
            <a:off x="460113" y="1220725"/>
            <a:ext cx="2286000" cy="874800"/>
          </a:xfrm>
          <a:prstGeom prst="rect">
            <a:avLst/>
          </a:prstGeom>
        </p:spPr>
        <p:txBody>
          <a:bodyPr anchorCtr="0" anchor="t" bIns="0" lIns="0" spcFirstLastPara="1" rIns="0" wrap="square" tIns="91425">
            <a:noAutofit/>
          </a:bodyPr>
          <a:lstStyle/>
          <a:p>
            <a:pPr indent="-285750" lvl="0" marL="457200" rtl="0" algn="l">
              <a:lnSpc>
                <a:spcPct val="120000"/>
              </a:lnSpc>
              <a:spcBef>
                <a:spcPts val="0"/>
              </a:spcBef>
              <a:spcAft>
                <a:spcPts val="0"/>
              </a:spcAft>
              <a:buSzPts val="900"/>
              <a:buChar char="●"/>
            </a:pPr>
            <a:r>
              <a:rPr b="1" lang="en" sz="900"/>
              <a:t>Definition of Ready </a:t>
            </a:r>
            <a:r>
              <a:rPr lang="en" sz="900"/>
              <a:t>and </a:t>
            </a:r>
            <a:r>
              <a:rPr b="1" lang="en" sz="900"/>
              <a:t>Definition of Done</a:t>
            </a:r>
            <a:r>
              <a:rPr lang="en" sz="900"/>
              <a:t> </a:t>
            </a:r>
            <a:r>
              <a:rPr lang="en" sz="900"/>
              <a:t>is created for Agile teams</a:t>
            </a:r>
            <a:endParaRPr sz="900"/>
          </a:p>
          <a:p>
            <a:pPr indent="-285750" lvl="0" marL="457200" rtl="0" algn="l">
              <a:lnSpc>
                <a:spcPct val="120000"/>
              </a:lnSpc>
              <a:spcBef>
                <a:spcPts val="0"/>
              </a:spcBef>
              <a:spcAft>
                <a:spcPts val="0"/>
              </a:spcAft>
              <a:buSzPts val="900"/>
              <a:buChar char="●"/>
            </a:pPr>
            <a:r>
              <a:rPr lang="en" sz="900"/>
              <a:t>Test case prioritization</a:t>
            </a:r>
            <a:endParaRPr sz="900"/>
          </a:p>
          <a:p>
            <a:pPr indent="-285750" lvl="0" marL="457200" rtl="0" algn="l">
              <a:lnSpc>
                <a:spcPct val="120000"/>
              </a:lnSpc>
              <a:spcBef>
                <a:spcPts val="0"/>
              </a:spcBef>
              <a:spcAft>
                <a:spcPts val="0"/>
              </a:spcAft>
              <a:buSzPts val="900"/>
              <a:buChar char="●"/>
            </a:pPr>
            <a:r>
              <a:rPr lang="en" sz="900"/>
              <a:t>Dependencies and availability of resources</a:t>
            </a:r>
            <a:endParaRPr sz="900"/>
          </a:p>
          <a:p>
            <a:pPr indent="0" lvl="0" marL="0" rtl="0" algn="l">
              <a:lnSpc>
                <a:spcPct val="80000"/>
              </a:lnSpc>
              <a:spcBef>
                <a:spcPts val="0"/>
              </a:spcBef>
              <a:spcAft>
                <a:spcPts val="0"/>
              </a:spcAft>
              <a:buNone/>
            </a:pPr>
            <a:r>
              <a:t/>
            </a:r>
            <a:endParaRPr sz="900"/>
          </a:p>
        </p:txBody>
      </p:sp>
      <p:sp>
        <p:nvSpPr>
          <p:cNvPr id="210" name="Google Shape;210;p26"/>
          <p:cNvSpPr txBox="1"/>
          <p:nvPr>
            <p:ph idx="3" type="title"/>
          </p:nvPr>
        </p:nvSpPr>
        <p:spPr>
          <a:xfrm>
            <a:off x="457188" y="964775"/>
            <a:ext cx="2286000" cy="255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Test Planning 	</a:t>
            </a:r>
            <a:endParaRPr/>
          </a:p>
        </p:txBody>
      </p:sp>
      <p:sp>
        <p:nvSpPr>
          <p:cNvPr id="211" name="Google Shape;211;p26"/>
          <p:cNvSpPr txBox="1"/>
          <p:nvPr>
            <p:ph idx="4" type="body"/>
          </p:nvPr>
        </p:nvSpPr>
        <p:spPr>
          <a:xfrm>
            <a:off x="3430463" y="1220725"/>
            <a:ext cx="2286000" cy="1404000"/>
          </a:xfrm>
          <a:prstGeom prst="rect">
            <a:avLst/>
          </a:prstGeom>
        </p:spPr>
        <p:txBody>
          <a:bodyPr anchorCtr="0" anchor="t" bIns="0" lIns="0" spcFirstLastPara="1" rIns="0" wrap="square" tIns="91425">
            <a:noAutofit/>
          </a:bodyPr>
          <a:lstStyle/>
          <a:p>
            <a:pPr indent="-285750" lvl="0" marL="457200" rtl="0" algn="l">
              <a:spcBef>
                <a:spcPts val="0"/>
              </a:spcBef>
              <a:spcAft>
                <a:spcPts val="0"/>
              </a:spcAft>
              <a:buSzPts val="900"/>
              <a:buChar char="●"/>
            </a:pPr>
            <a:r>
              <a:rPr b="1" lang="en" sz="900"/>
              <a:t>Extrapolation: </a:t>
            </a:r>
            <a:r>
              <a:rPr lang="en" sz="900"/>
              <a:t>Having better estimations based on iterations</a:t>
            </a:r>
            <a:endParaRPr sz="900"/>
          </a:p>
          <a:p>
            <a:pPr indent="-285750" lvl="0" marL="457200" rtl="0" algn="l">
              <a:spcBef>
                <a:spcPts val="0"/>
              </a:spcBef>
              <a:spcAft>
                <a:spcPts val="0"/>
              </a:spcAft>
              <a:buSzPts val="900"/>
              <a:buChar char="●"/>
            </a:pPr>
            <a:r>
              <a:rPr b="1" lang="en" sz="900"/>
              <a:t>Wideband Delphi: </a:t>
            </a:r>
            <a:r>
              <a:rPr lang="en" sz="900"/>
              <a:t>Discussing</a:t>
            </a:r>
            <a:r>
              <a:rPr lang="en" sz="900"/>
              <a:t> estimations between different experiences experts</a:t>
            </a:r>
            <a:endParaRPr sz="900"/>
          </a:p>
          <a:p>
            <a:pPr indent="-285750" lvl="0" marL="457200" rtl="0" algn="l">
              <a:spcBef>
                <a:spcPts val="0"/>
              </a:spcBef>
              <a:spcAft>
                <a:spcPts val="0"/>
              </a:spcAft>
              <a:buSzPts val="900"/>
              <a:buChar char="●"/>
            </a:pPr>
            <a:r>
              <a:rPr b="1" lang="en" sz="900"/>
              <a:t>Three-point Estimation: </a:t>
            </a:r>
            <a:r>
              <a:rPr lang="en" sz="900"/>
              <a:t>Having </a:t>
            </a:r>
            <a:r>
              <a:rPr lang="en" sz="900"/>
              <a:t>average</a:t>
            </a:r>
            <a:r>
              <a:rPr lang="en" sz="900"/>
              <a:t> of most optimistic-most likely-most pessimistic estimates</a:t>
            </a:r>
            <a:endParaRPr sz="900"/>
          </a:p>
        </p:txBody>
      </p:sp>
      <p:sp>
        <p:nvSpPr>
          <p:cNvPr id="212" name="Google Shape;212;p26"/>
          <p:cNvSpPr txBox="1"/>
          <p:nvPr>
            <p:ph idx="5" type="title"/>
          </p:nvPr>
        </p:nvSpPr>
        <p:spPr>
          <a:xfrm>
            <a:off x="3427525" y="964775"/>
            <a:ext cx="2286000" cy="255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Estimating Test Efforts</a:t>
            </a:r>
            <a:endParaRPr/>
          </a:p>
        </p:txBody>
      </p:sp>
      <p:sp>
        <p:nvSpPr>
          <p:cNvPr id="213" name="Google Shape;213;p26"/>
          <p:cNvSpPr txBox="1"/>
          <p:nvPr>
            <p:ph idx="6" type="body"/>
          </p:nvPr>
        </p:nvSpPr>
        <p:spPr>
          <a:xfrm>
            <a:off x="6400800" y="1220725"/>
            <a:ext cx="2286000" cy="768000"/>
          </a:xfrm>
          <a:prstGeom prst="rect">
            <a:avLst/>
          </a:prstGeom>
        </p:spPr>
        <p:txBody>
          <a:bodyPr anchorCtr="0" anchor="t" bIns="0" lIns="0" spcFirstLastPara="1" rIns="0" wrap="square" tIns="91425">
            <a:normAutofit lnSpcReduction="20000"/>
          </a:bodyPr>
          <a:lstStyle/>
          <a:p>
            <a:pPr indent="-285750" lvl="0" marL="457200" rtl="0" algn="l">
              <a:spcBef>
                <a:spcPts val="0"/>
              </a:spcBef>
              <a:spcAft>
                <a:spcPts val="0"/>
              </a:spcAft>
              <a:buSzPts val="900"/>
              <a:buChar char="●"/>
            </a:pPr>
            <a:r>
              <a:rPr lang="en" sz="900"/>
              <a:t>Test pyramid</a:t>
            </a:r>
            <a:endParaRPr sz="900"/>
          </a:p>
          <a:p>
            <a:pPr indent="-285750" lvl="0" marL="457200" rtl="0" algn="l">
              <a:spcBef>
                <a:spcPts val="0"/>
              </a:spcBef>
              <a:spcAft>
                <a:spcPts val="0"/>
              </a:spcAft>
              <a:buSzPts val="900"/>
              <a:buChar char="●"/>
            </a:pPr>
            <a:r>
              <a:rPr lang="en" sz="900"/>
              <a:t>Different variants of test types will be available for project</a:t>
            </a:r>
            <a:endParaRPr sz="900"/>
          </a:p>
          <a:p>
            <a:pPr indent="-285750" lvl="0" marL="457200" rtl="0" algn="l">
              <a:spcBef>
                <a:spcPts val="0"/>
              </a:spcBef>
              <a:spcAft>
                <a:spcPts val="0"/>
              </a:spcAft>
              <a:buSzPts val="900"/>
              <a:buChar char="●"/>
            </a:pPr>
            <a:r>
              <a:rPr lang="en" sz="900"/>
              <a:t>Defining automation framework for created test scenarios </a:t>
            </a:r>
            <a:endParaRPr sz="900"/>
          </a:p>
        </p:txBody>
      </p:sp>
      <p:sp>
        <p:nvSpPr>
          <p:cNvPr id="214" name="Google Shape;214;p26"/>
          <p:cNvSpPr txBox="1"/>
          <p:nvPr>
            <p:ph idx="7" type="title"/>
          </p:nvPr>
        </p:nvSpPr>
        <p:spPr>
          <a:xfrm>
            <a:off x="6397875" y="964775"/>
            <a:ext cx="2286000" cy="255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Modeling Test Types</a:t>
            </a:r>
            <a:endParaRPr/>
          </a:p>
        </p:txBody>
      </p:sp>
      <p:sp>
        <p:nvSpPr>
          <p:cNvPr id="215" name="Google Shape;215;p26"/>
          <p:cNvSpPr txBox="1"/>
          <p:nvPr>
            <p:ph idx="8" type="body"/>
          </p:nvPr>
        </p:nvSpPr>
        <p:spPr>
          <a:xfrm>
            <a:off x="454275" y="3082800"/>
            <a:ext cx="2286000" cy="1245900"/>
          </a:xfrm>
          <a:prstGeom prst="rect">
            <a:avLst/>
          </a:prstGeom>
        </p:spPr>
        <p:txBody>
          <a:bodyPr anchorCtr="0" anchor="t" bIns="0" lIns="0" spcFirstLastPara="1" rIns="0" wrap="square" tIns="91425">
            <a:normAutofit fontScale="85000" lnSpcReduction="10000"/>
          </a:bodyPr>
          <a:lstStyle/>
          <a:p>
            <a:pPr indent="-277177" lvl="0" marL="457200" rtl="0" algn="l">
              <a:spcBef>
                <a:spcPts val="0"/>
              </a:spcBef>
              <a:spcAft>
                <a:spcPts val="0"/>
              </a:spcAft>
              <a:buSzPct val="100000"/>
              <a:buChar char="●"/>
            </a:pPr>
            <a:r>
              <a:rPr b="1" lang="en" sz="900"/>
              <a:t>Project Risks: </a:t>
            </a:r>
            <a:r>
              <a:rPr lang="en" sz="900"/>
              <a:t>Related to management of project. Such as: Delayed releases, running over budgets etc..</a:t>
            </a:r>
            <a:endParaRPr sz="900"/>
          </a:p>
          <a:p>
            <a:pPr indent="-277177" lvl="0" marL="457200" rtl="0" algn="l">
              <a:spcBef>
                <a:spcPts val="0"/>
              </a:spcBef>
              <a:spcAft>
                <a:spcPts val="0"/>
              </a:spcAft>
              <a:buSzPct val="100000"/>
              <a:buChar char="●"/>
            </a:pPr>
            <a:r>
              <a:rPr b="1" lang="en" sz="900"/>
              <a:t>Product Risks: </a:t>
            </a:r>
            <a:r>
              <a:rPr lang="en" sz="900"/>
              <a:t>Related</a:t>
            </a:r>
            <a:r>
              <a:rPr lang="en" sz="900"/>
              <a:t> to product quality. Such as: high maintenance costs, reputational damage</a:t>
            </a:r>
            <a:endParaRPr sz="900"/>
          </a:p>
          <a:p>
            <a:pPr indent="-277177" lvl="0" marL="457200" rtl="0" algn="l">
              <a:spcBef>
                <a:spcPts val="0"/>
              </a:spcBef>
              <a:spcAft>
                <a:spcPts val="0"/>
              </a:spcAft>
              <a:buSzPct val="100000"/>
              <a:buChar char="●"/>
            </a:pPr>
            <a:r>
              <a:rPr lang="en" sz="900"/>
              <a:t>Perform regression test, applying performance, security testing, correct </a:t>
            </a:r>
            <a:r>
              <a:rPr lang="en" sz="900"/>
              <a:t>assignments</a:t>
            </a:r>
            <a:endParaRPr sz="900"/>
          </a:p>
        </p:txBody>
      </p:sp>
      <p:sp>
        <p:nvSpPr>
          <p:cNvPr id="216" name="Google Shape;216;p26"/>
          <p:cNvSpPr txBox="1"/>
          <p:nvPr>
            <p:ph idx="9" type="title"/>
          </p:nvPr>
        </p:nvSpPr>
        <p:spPr>
          <a:xfrm>
            <a:off x="454263" y="2767350"/>
            <a:ext cx="2286000" cy="255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Risk Analysis </a:t>
            </a:r>
            <a:endParaRPr/>
          </a:p>
        </p:txBody>
      </p:sp>
      <p:sp>
        <p:nvSpPr>
          <p:cNvPr id="217" name="Google Shape;217;p26"/>
          <p:cNvSpPr txBox="1"/>
          <p:nvPr>
            <p:ph idx="13" type="body"/>
          </p:nvPr>
        </p:nvSpPr>
        <p:spPr>
          <a:xfrm>
            <a:off x="3426075" y="3023300"/>
            <a:ext cx="2286000" cy="1305300"/>
          </a:xfrm>
          <a:prstGeom prst="rect">
            <a:avLst/>
          </a:prstGeom>
        </p:spPr>
        <p:txBody>
          <a:bodyPr anchorCtr="0" anchor="t" bIns="0" lIns="0" spcFirstLastPara="1" rIns="0" wrap="square" tIns="91425">
            <a:normAutofit/>
          </a:bodyPr>
          <a:lstStyle/>
          <a:p>
            <a:pPr indent="-285750" lvl="0" marL="457200" rtl="0" algn="l">
              <a:spcBef>
                <a:spcPts val="0"/>
              </a:spcBef>
              <a:spcAft>
                <a:spcPts val="0"/>
              </a:spcAft>
              <a:buSzPts val="900"/>
              <a:buChar char="●"/>
            </a:pPr>
            <a:r>
              <a:rPr lang="en" sz="900"/>
              <a:t>Reporting issues, improvement </a:t>
            </a:r>
            <a:r>
              <a:rPr lang="en" sz="900"/>
              <a:t>points</a:t>
            </a:r>
            <a:r>
              <a:rPr lang="en" sz="900"/>
              <a:t> has been found during testing</a:t>
            </a:r>
            <a:endParaRPr sz="900"/>
          </a:p>
          <a:p>
            <a:pPr indent="-285750" lvl="0" marL="457200" rtl="0" algn="l">
              <a:spcBef>
                <a:spcPts val="0"/>
              </a:spcBef>
              <a:spcAft>
                <a:spcPts val="0"/>
              </a:spcAft>
              <a:buSzPts val="900"/>
              <a:buChar char="●"/>
            </a:pPr>
            <a:r>
              <a:rPr lang="en" sz="900"/>
              <a:t>Report should have: title, summary, steps to </a:t>
            </a:r>
            <a:r>
              <a:rPr lang="en" sz="900"/>
              <a:t>reproduce, expected and actual information. As well as screenshot or screen recording. </a:t>
            </a:r>
            <a:endParaRPr sz="900"/>
          </a:p>
        </p:txBody>
      </p:sp>
      <p:sp>
        <p:nvSpPr>
          <p:cNvPr id="218" name="Google Shape;218;p26"/>
          <p:cNvSpPr txBox="1"/>
          <p:nvPr>
            <p:ph idx="14" type="title"/>
          </p:nvPr>
        </p:nvSpPr>
        <p:spPr>
          <a:xfrm>
            <a:off x="3423138" y="2767350"/>
            <a:ext cx="2286000" cy="255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Defect and Configurations</a:t>
            </a:r>
            <a:endParaRPr/>
          </a:p>
        </p:txBody>
      </p:sp>
      <p:sp>
        <p:nvSpPr>
          <p:cNvPr id="219" name="Google Shape;219;p26"/>
          <p:cNvSpPr txBox="1"/>
          <p:nvPr>
            <p:ph idx="15" type="body"/>
          </p:nvPr>
        </p:nvSpPr>
        <p:spPr>
          <a:xfrm>
            <a:off x="6400775" y="3023300"/>
            <a:ext cx="2286000" cy="1404000"/>
          </a:xfrm>
          <a:prstGeom prst="rect">
            <a:avLst/>
          </a:prstGeom>
        </p:spPr>
        <p:txBody>
          <a:bodyPr anchorCtr="0" anchor="t" bIns="0" lIns="0" spcFirstLastPara="1" rIns="0" wrap="square" tIns="91425">
            <a:normAutofit/>
          </a:bodyPr>
          <a:lstStyle/>
          <a:p>
            <a:pPr indent="-285750" lvl="0" marL="457200" rtl="0" algn="l">
              <a:spcBef>
                <a:spcPts val="0"/>
              </a:spcBef>
              <a:spcAft>
                <a:spcPts val="0"/>
              </a:spcAft>
              <a:buSzPts val="900"/>
              <a:buChar char="●"/>
            </a:pPr>
            <a:r>
              <a:rPr lang="en" sz="900"/>
              <a:t>Reprioritization test cases based on defects</a:t>
            </a:r>
            <a:endParaRPr sz="900"/>
          </a:p>
          <a:p>
            <a:pPr indent="-285750" lvl="0" marL="457200" rtl="0" algn="l">
              <a:spcBef>
                <a:spcPts val="0"/>
              </a:spcBef>
              <a:spcAft>
                <a:spcPts val="0"/>
              </a:spcAft>
              <a:buSzPts val="900"/>
              <a:buChar char="●"/>
            </a:pPr>
            <a:r>
              <a:rPr lang="en" sz="900"/>
              <a:t>Tracking test items and testware throughout the lifecycle</a:t>
            </a:r>
            <a:endParaRPr sz="900"/>
          </a:p>
          <a:p>
            <a:pPr indent="-285750" lvl="0" marL="457200" rtl="0" algn="l">
              <a:spcBef>
                <a:spcPts val="0"/>
              </a:spcBef>
              <a:spcAft>
                <a:spcPts val="0"/>
              </a:spcAft>
              <a:buSzPts val="900"/>
              <a:buChar char="●"/>
            </a:pPr>
            <a:r>
              <a:rPr lang="en" sz="900"/>
              <a:t>Identifying necessary skills within the team and developing those skills</a:t>
            </a:r>
            <a:endParaRPr sz="900"/>
          </a:p>
          <a:p>
            <a:pPr indent="-285750" lvl="0" marL="457200" rtl="0" algn="l">
              <a:spcBef>
                <a:spcPts val="0"/>
              </a:spcBef>
              <a:spcAft>
                <a:spcPts val="0"/>
              </a:spcAft>
              <a:buSzPts val="900"/>
              <a:buChar char="●"/>
            </a:pPr>
            <a:r>
              <a:rPr lang="en" sz="900"/>
              <a:t>Reporting to the </a:t>
            </a:r>
            <a:r>
              <a:rPr lang="en" sz="900"/>
              <a:t>current</a:t>
            </a:r>
            <a:r>
              <a:rPr lang="en" sz="900"/>
              <a:t> audiences</a:t>
            </a:r>
            <a:endParaRPr sz="900"/>
          </a:p>
        </p:txBody>
      </p:sp>
      <p:sp>
        <p:nvSpPr>
          <p:cNvPr id="220" name="Google Shape;220;p26"/>
          <p:cNvSpPr txBox="1"/>
          <p:nvPr>
            <p:ph idx="16" type="title"/>
          </p:nvPr>
        </p:nvSpPr>
        <p:spPr>
          <a:xfrm>
            <a:off x="6397850" y="2767350"/>
            <a:ext cx="2286000" cy="255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Tracking Process</a:t>
            </a:r>
            <a:endParaRPr/>
          </a:p>
        </p:txBody>
      </p:sp>
      <p:sp>
        <p:nvSpPr>
          <p:cNvPr id="221" name="Google Shape;221;p26"/>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en"/>
              <a:t>ISTQB Foundation </a:t>
            </a:r>
            <a:r>
              <a:rPr lang="en"/>
              <a:t>| Test Management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5" name="Shape 225"/>
        <p:cNvGrpSpPr/>
        <p:nvPr/>
      </p:nvGrpSpPr>
      <p:grpSpPr>
        <a:xfrm>
          <a:off x="0" y="0"/>
          <a:ext cx="0" cy="0"/>
          <a:chOff x="0" y="0"/>
          <a:chExt cx="0" cy="0"/>
        </a:xfrm>
      </p:grpSpPr>
      <p:sp>
        <p:nvSpPr>
          <p:cNvPr id="226" name="Google Shape;226;p27"/>
          <p:cNvSpPr txBox="1"/>
          <p:nvPr>
            <p:ph idx="12" type="sldNum"/>
          </p:nvPr>
        </p:nvSpPr>
        <p:spPr>
          <a:xfrm>
            <a:off x="262125" y="4621225"/>
            <a:ext cx="304500" cy="461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7" name="Google Shape;227;p27"/>
          <p:cNvPicPr preferRelativeResize="0"/>
          <p:nvPr/>
        </p:nvPicPr>
        <p:blipFill rotWithShape="1">
          <a:blip r:embed="rId3">
            <a:alphaModFix/>
          </a:blip>
          <a:srcRect b="9" l="0" r="0" t="9"/>
          <a:stretch/>
        </p:blipFill>
        <p:spPr>
          <a:xfrm>
            <a:off x="8411100" y="4806209"/>
            <a:ext cx="475488" cy="91440"/>
          </a:xfrm>
          <a:prstGeom prst="rect">
            <a:avLst/>
          </a:prstGeom>
          <a:noFill/>
          <a:ln>
            <a:noFill/>
          </a:ln>
        </p:spPr>
      </p:pic>
      <p:pic>
        <p:nvPicPr>
          <p:cNvPr id="228" name="Google Shape;228;p27"/>
          <p:cNvPicPr preferRelativeResize="0"/>
          <p:nvPr/>
        </p:nvPicPr>
        <p:blipFill rotWithShape="1">
          <a:blip r:embed="rId3">
            <a:alphaModFix/>
          </a:blip>
          <a:srcRect b="9" l="0" r="0" t="9"/>
          <a:stretch/>
        </p:blipFill>
        <p:spPr>
          <a:xfrm>
            <a:off x="8411100" y="4806209"/>
            <a:ext cx="475488" cy="91440"/>
          </a:xfrm>
          <a:prstGeom prst="rect">
            <a:avLst/>
          </a:prstGeom>
          <a:noFill/>
          <a:ln>
            <a:noFill/>
          </a:ln>
        </p:spPr>
      </p:pic>
      <p:sp>
        <p:nvSpPr>
          <p:cNvPr id="229" name="Google Shape;229;p27"/>
          <p:cNvSpPr txBox="1"/>
          <p:nvPr>
            <p:ph idx="3" type="body"/>
          </p:nvPr>
        </p:nvSpPr>
        <p:spPr>
          <a:xfrm>
            <a:off x="457200" y="860450"/>
            <a:ext cx="4252500" cy="38490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b="1" lang="en" sz="1000"/>
              <a:t>Management Tools</a:t>
            </a:r>
            <a:endParaRPr b="1" sz="1000"/>
          </a:p>
          <a:p>
            <a:pPr indent="-292100" lvl="1" marL="914400" rtl="0" algn="l">
              <a:spcBef>
                <a:spcPts val="0"/>
              </a:spcBef>
              <a:spcAft>
                <a:spcPts val="0"/>
              </a:spcAft>
              <a:buSzPts val="1000"/>
              <a:buChar char="○"/>
            </a:pPr>
            <a:r>
              <a:rPr lang="en" sz="1000"/>
              <a:t>SDLC</a:t>
            </a:r>
            <a:endParaRPr sz="1000"/>
          </a:p>
          <a:p>
            <a:pPr indent="-292100" lvl="1" marL="914400" rtl="0" algn="l">
              <a:spcBef>
                <a:spcPts val="0"/>
              </a:spcBef>
              <a:spcAft>
                <a:spcPts val="0"/>
              </a:spcAft>
              <a:buSzPts val="1000"/>
              <a:buChar char="○"/>
            </a:pPr>
            <a:r>
              <a:rPr lang="en" sz="1000"/>
              <a:t>Requirement management</a:t>
            </a:r>
            <a:endParaRPr sz="1000"/>
          </a:p>
          <a:p>
            <a:pPr indent="-292100" lvl="1" marL="914400" rtl="0" algn="l">
              <a:spcBef>
                <a:spcPts val="0"/>
              </a:spcBef>
              <a:spcAft>
                <a:spcPts val="0"/>
              </a:spcAft>
              <a:buSzPts val="1000"/>
              <a:buChar char="○"/>
            </a:pPr>
            <a:r>
              <a:rPr lang="en" sz="1000"/>
              <a:t>Defect management </a:t>
            </a:r>
            <a:endParaRPr sz="1000"/>
          </a:p>
          <a:p>
            <a:pPr indent="-292100" lvl="0" marL="457200" rtl="0" algn="l">
              <a:spcBef>
                <a:spcPts val="0"/>
              </a:spcBef>
              <a:spcAft>
                <a:spcPts val="0"/>
              </a:spcAft>
              <a:buSzPts val="1000"/>
              <a:buChar char="●"/>
            </a:pPr>
            <a:r>
              <a:rPr b="1" lang="en" sz="1000"/>
              <a:t>Test Design and Implementation Tools</a:t>
            </a:r>
            <a:endParaRPr b="1" sz="1000"/>
          </a:p>
          <a:p>
            <a:pPr indent="-292100" lvl="1" marL="914400" rtl="0" algn="l">
              <a:spcBef>
                <a:spcPts val="0"/>
              </a:spcBef>
              <a:spcAft>
                <a:spcPts val="0"/>
              </a:spcAft>
              <a:buSzPts val="1000"/>
              <a:buChar char="○"/>
            </a:pPr>
            <a:r>
              <a:rPr lang="en" sz="1000"/>
              <a:t>Model based testing tools such as (mocker, charles etc..)</a:t>
            </a:r>
            <a:endParaRPr sz="1000"/>
          </a:p>
          <a:p>
            <a:pPr indent="-292100" lvl="1" marL="914400" rtl="0" algn="l">
              <a:spcBef>
                <a:spcPts val="0"/>
              </a:spcBef>
              <a:spcAft>
                <a:spcPts val="0"/>
              </a:spcAft>
              <a:buSzPts val="1000"/>
              <a:buChar char="○"/>
            </a:pPr>
            <a:r>
              <a:rPr lang="en" sz="1000"/>
              <a:t>Test data preparation</a:t>
            </a:r>
            <a:endParaRPr sz="1000"/>
          </a:p>
          <a:p>
            <a:pPr indent="-292100" lvl="0" marL="457200" rtl="0" algn="l">
              <a:spcBef>
                <a:spcPts val="0"/>
              </a:spcBef>
              <a:spcAft>
                <a:spcPts val="0"/>
              </a:spcAft>
              <a:buSzPts val="1000"/>
              <a:buChar char="●"/>
            </a:pPr>
            <a:r>
              <a:rPr b="1" lang="en" sz="1000"/>
              <a:t>Non Functional testing Tools</a:t>
            </a:r>
            <a:endParaRPr b="1" sz="1000"/>
          </a:p>
          <a:p>
            <a:pPr indent="-292100" lvl="1" marL="914400" rtl="0" algn="l">
              <a:spcBef>
                <a:spcPts val="0"/>
              </a:spcBef>
              <a:spcAft>
                <a:spcPts val="0"/>
              </a:spcAft>
              <a:buSzPts val="1000"/>
              <a:buChar char="○"/>
            </a:pPr>
            <a:r>
              <a:rPr lang="en" sz="1000"/>
              <a:t>Performance testing tools</a:t>
            </a:r>
            <a:endParaRPr sz="1000"/>
          </a:p>
          <a:p>
            <a:pPr indent="-292100" lvl="0" marL="457200" rtl="0" algn="l">
              <a:spcBef>
                <a:spcPts val="0"/>
              </a:spcBef>
              <a:spcAft>
                <a:spcPts val="0"/>
              </a:spcAft>
              <a:buSzPts val="1000"/>
              <a:buChar char="●"/>
            </a:pPr>
            <a:r>
              <a:rPr b="1" lang="en" sz="1000"/>
              <a:t>Static Testing Tools</a:t>
            </a:r>
            <a:endParaRPr b="1" sz="1000"/>
          </a:p>
          <a:p>
            <a:pPr indent="-292100" lvl="1" marL="914400" rtl="0" algn="l">
              <a:spcBef>
                <a:spcPts val="0"/>
              </a:spcBef>
              <a:spcAft>
                <a:spcPts val="0"/>
              </a:spcAft>
              <a:buSzPts val="1000"/>
              <a:buChar char="○"/>
            </a:pPr>
            <a:r>
              <a:rPr lang="en" sz="1000"/>
              <a:t>Security testing tools </a:t>
            </a:r>
            <a:endParaRPr sz="1000"/>
          </a:p>
          <a:p>
            <a:pPr indent="-292100" lvl="0" marL="457200" rtl="0" algn="l">
              <a:spcBef>
                <a:spcPts val="0"/>
              </a:spcBef>
              <a:spcAft>
                <a:spcPts val="0"/>
              </a:spcAft>
              <a:buSzPts val="1000"/>
              <a:buChar char="●"/>
            </a:pPr>
            <a:r>
              <a:rPr b="1" lang="en" sz="1000"/>
              <a:t>Test Execution Tools</a:t>
            </a:r>
            <a:endParaRPr b="1" sz="1000"/>
          </a:p>
          <a:p>
            <a:pPr indent="-292100" lvl="1" marL="914400" rtl="0" algn="l">
              <a:spcBef>
                <a:spcPts val="0"/>
              </a:spcBef>
              <a:spcAft>
                <a:spcPts val="0"/>
              </a:spcAft>
              <a:buSzPts val="1000"/>
              <a:buChar char="○"/>
            </a:pPr>
            <a:r>
              <a:rPr lang="en" sz="1000"/>
              <a:t>Tools to generate test cases, assist test automation, identify gaps in requirements</a:t>
            </a:r>
            <a:endParaRPr sz="1000"/>
          </a:p>
          <a:p>
            <a:pPr indent="-292100" lvl="1" marL="914400" rtl="0" algn="l">
              <a:spcBef>
                <a:spcPts val="0"/>
              </a:spcBef>
              <a:spcAft>
                <a:spcPts val="0"/>
              </a:spcAft>
              <a:buSzPts val="1000"/>
              <a:buChar char="○"/>
            </a:pPr>
            <a:r>
              <a:rPr lang="en" sz="1000"/>
              <a:t>Data preparation tools</a:t>
            </a:r>
            <a:endParaRPr sz="1000"/>
          </a:p>
          <a:p>
            <a:pPr indent="-292100" lvl="0" marL="457200" rtl="0" algn="l">
              <a:spcBef>
                <a:spcPts val="0"/>
              </a:spcBef>
              <a:spcAft>
                <a:spcPts val="0"/>
              </a:spcAft>
              <a:buSzPts val="1000"/>
              <a:buChar char="●"/>
            </a:pPr>
            <a:r>
              <a:rPr b="1" lang="en" sz="1000"/>
              <a:t>Devops Tools</a:t>
            </a:r>
            <a:endParaRPr b="1" sz="1000"/>
          </a:p>
          <a:p>
            <a:pPr indent="-292100" lvl="1" marL="914400" rtl="0" algn="l">
              <a:spcBef>
                <a:spcPts val="0"/>
              </a:spcBef>
              <a:spcAft>
                <a:spcPts val="0"/>
              </a:spcAft>
              <a:buSzPts val="1000"/>
              <a:buChar char="○"/>
            </a:pPr>
            <a:r>
              <a:rPr lang="en" sz="1000"/>
              <a:t>Continuous Integrations</a:t>
            </a:r>
            <a:endParaRPr sz="1000"/>
          </a:p>
          <a:p>
            <a:pPr indent="-292100" lvl="0" marL="457200" rtl="0" algn="l">
              <a:spcBef>
                <a:spcPts val="0"/>
              </a:spcBef>
              <a:spcAft>
                <a:spcPts val="0"/>
              </a:spcAft>
              <a:buSzPts val="1000"/>
              <a:buChar char="●"/>
            </a:pPr>
            <a:r>
              <a:rPr b="1" lang="en" sz="1000"/>
              <a:t>Collaboration Tools</a:t>
            </a:r>
            <a:endParaRPr b="1" sz="1000"/>
          </a:p>
          <a:p>
            <a:pPr indent="-292100" lvl="1" marL="914400" rtl="0" algn="l">
              <a:spcBef>
                <a:spcPts val="0"/>
              </a:spcBef>
              <a:spcAft>
                <a:spcPts val="0"/>
              </a:spcAft>
              <a:buSzPts val="1000"/>
              <a:buChar char="○"/>
            </a:pPr>
            <a:r>
              <a:rPr lang="en" sz="1000"/>
              <a:t>Documentation, communication tools like confluence, slack</a:t>
            </a:r>
            <a:endParaRPr sz="1000"/>
          </a:p>
          <a:p>
            <a:pPr indent="0" lvl="0" marL="0" rtl="0" algn="l">
              <a:spcBef>
                <a:spcPts val="1200"/>
              </a:spcBef>
              <a:spcAft>
                <a:spcPts val="1200"/>
              </a:spcAft>
              <a:buNone/>
            </a:pPr>
            <a:r>
              <a:t/>
            </a:r>
            <a:endParaRPr b="1" sz="1000"/>
          </a:p>
        </p:txBody>
      </p:sp>
      <p:sp>
        <p:nvSpPr>
          <p:cNvPr id="230" name="Google Shape;230;p27"/>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en"/>
              <a:t>ISTQB Foundation </a:t>
            </a:r>
            <a:r>
              <a:rPr lang="en"/>
              <a:t>| Test Tools</a:t>
            </a:r>
            <a:endParaRPr/>
          </a:p>
        </p:txBody>
      </p:sp>
      <p:sp>
        <p:nvSpPr>
          <p:cNvPr id="231" name="Google Shape;231;p27"/>
          <p:cNvSpPr txBox="1"/>
          <p:nvPr>
            <p:ph idx="4" type="title"/>
          </p:nvPr>
        </p:nvSpPr>
        <p:spPr>
          <a:xfrm>
            <a:off x="457200" y="256025"/>
            <a:ext cx="5257800" cy="76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Test Tools</a:t>
            </a:r>
            <a:endParaRPr/>
          </a:p>
          <a:p>
            <a:pPr indent="0" lvl="0" marL="0" rtl="0" algn="l">
              <a:spcBef>
                <a:spcPts val="0"/>
              </a:spcBef>
              <a:spcAft>
                <a:spcPts val="0"/>
              </a:spcAft>
              <a:buNone/>
            </a:pPr>
            <a:r>
              <a:t/>
            </a:r>
            <a:endParaRPr/>
          </a:p>
        </p:txBody>
      </p:sp>
      <p:pic>
        <p:nvPicPr>
          <p:cNvPr id="232" name="Google Shape;232;p27" title="Screenshot 2025-12-01 at 14.28.17.png"/>
          <p:cNvPicPr preferRelativeResize="0"/>
          <p:nvPr/>
        </p:nvPicPr>
        <p:blipFill>
          <a:blip r:embed="rId4">
            <a:alphaModFix/>
          </a:blip>
          <a:stretch>
            <a:fillRect/>
          </a:stretch>
        </p:blipFill>
        <p:spPr>
          <a:xfrm>
            <a:off x="5867400" y="152400"/>
            <a:ext cx="2784441" cy="450140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txBox="1"/>
          <p:nvPr>
            <p:ph type="title"/>
          </p:nvPr>
        </p:nvSpPr>
        <p:spPr>
          <a:xfrm>
            <a:off x="457200" y="256025"/>
            <a:ext cx="6400800" cy="3840600"/>
          </a:xfrm>
          <a:prstGeom prst="rect">
            <a:avLst/>
          </a:prstGeom>
        </p:spPr>
        <p:txBody>
          <a:bodyPr anchorCtr="0" anchor="ctr" bIns="45700" lIns="45700" spcFirstLastPara="1" rIns="45700" wrap="square" tIns="45700">
            <a:noAutofit/>
          </a:bodyPr>
          <a:lstStyle/>
          <a:p>
            <a:pPr indent="0" lvl="0" marL="0" rtl="0" algn="l">
              <a:spcBef>
                <a:spcPts val="0"/>
              </a:spcBef>
              <a:spcAft>
                <a:spcPts val="0"/>
              </a:spcAft>
              <a:buNone/>
            </a:pPr>
            <a:r>
              <a:rPr lang="en"/>
              <a:t>Thank you!</a:t>
            </a:r>
            <a:endParaRPr/>
          </a:p>
        </p:txBody>
      </p:sp>
      <p:sp>
        <p:nvSpPr>
          <p:cNvPr id="238" name="Google Shape;238;p28"/>
          <p:cNvSpPr txBox="1"/>
          <p:nvPr>
            <p:ph idx="12" type="sldNum"/>
          </p:nvPr>
        </p:nvSpPr>
        <p:spPr>
          <a:xfrm>
            <a:off x="262125" y="4621225"/>
            <a:ext cx="357000" cy="461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28"/>
          <p:cNvSpPr txBox="1"/>
          <p:nvPr>
            <p:ph idx="1" type="subTitle"/>
          </p:nvPr>
        </p:nvSpPr>
        <p:spPr>
          <a:xfrm>
            <a:off x="566625" y="4622225"/>
            <a:ext cx="2743200" cy="4614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en"/>
              <a:t>ISTQB Foundation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